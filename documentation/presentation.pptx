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4"/>
  </p:sldMasterIdLst>
  <p:sldIdLst>
    <p:sldId id="268" r:id="rId5"/>
    <p:sldId id="265" r:id="rId6"/>
    <p:sldId id="270" r:id="rId7"/>
    <p:sldId id="267" r:id="rId8"/>
    <p:sldId id="25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E9C7F3-0446-DB8E-96DA-0C9EBB69A6AC}" v="214" dt="2025-09-30T21:37:27.321"/>
    <p1510:client id="{1795848B-A1B8-B4B6-5C05-DD10CD1D9F41}" v="4" dt="2025-09-30T20:42:59.770"/>
    <p1510:client id="{1A8343B2-0614-7582-97D5-FB7ABEBFBB8A}" v="87" dt="2025-09-30T18:29:12.888"/>
    <p1510:client id="{1F0323DD-7FD0-91ED-AEF4-750560D64BC9}" v="228" dt="2025-10-01T11:57:59.418"/>
    <p1510:client id="{31D571BE-1ED5-2DF6-426D-BCC67281D36C}" v="132" dt="2025-10-01T11:19:41.276"/>
    <p1510:client id="{40E27B8A-68C3-01E3-5026-CF7BF28EA244}" v="239" dt="2025-10-01T11:33:58.241"/>
    <p1510:client id="{4D427FEF-BBAF-F414-5EAC-7860B46865B7}" v="122" dt="2025-09-30T20:47:15.768"/>
    <p1510:client id="{6024BFC5-112B-E232-2710-E55AE24984E8}" v="226" dt="2025-10-01T10:44:39.128"/>
    <p1510:client id="{732FDA02-D9C3-653B-BDAB-11F0E843C329}" v="738" dt="2025-09-30T00:17:12.149"/>
    <p1510:client id="{766A93BA-771D-80F8-0015-F3E4A5745DB6}" v="37" dt="2025-10-01T11:46:45.261"/>
    <p1510:client id="{896B4C1A-529F-12A3-7A03-61C045A4BD8A}" v="12" dt="2025-09-30T22:10:40.812"/>
    <p1510:client id="{92CFEA9C-A117-A0D0-0B72-D0E142E4EE2D}" v="52" dt="2025-09-30T20:39:38.665"/>
    <p1510:client id="{C3643809-2C90-0DB9-B1EB-82A32BFF9365}" v="38" dt="2025-10-01T12:09:08.278"/>
    <p1510:client id="{E8C23431-BAB3-F338-B5CE-1AA0B7E4500E}" v="169" dt="2025-10-01T11:42:16.1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LUTHEDATH JACOB, CHRISTA MARY" userId="S::cv4001@hw.ac.uk::b16ac241-ec6f-437a-ba25-157485fbc453" providerId="AD" clId="Web-{1A8343B2-0614-7582-97D5-FB7ABEBFBB8A}"/>
    <pc:docChg chg="mod addSld modSld sldOrd addMainMaster delMainMaster">
      <pc:chgData name="VELUTHEDATH JACOB, CHRISTA MARY" userId="S::cv4001@hw.ac.uk::b16ac241-ec6f-437a-ba25-157485fbc453" providerId="AD" clId="Web-{1A8343B2-0614-7582-97D5-FB7ABEBFBB8A}" dt="2025-09-30T18:29:12.888" v="121"/>
      <pc:docMkLst>
        <pc:docMk/>
      </pc:docMkLst>
      <pc:sldChg chg="modSp mod modClrScheme chgLayout">
        <pc:chgData name="VELUTHEDATH JACOB, CHRISTA MARY" userId="S::cv4001@hw.ac.uk::b16ac241-ec6f-437a-ba25-157485fbc453" providerId="AD" clId="Web-{1A8343B2-0614-7582-97D5-FB7ABEBFBB8A}" dt="2025-09-30T18:22:29.648" v="48"/>
        <pc:sldMkLst>
          <pc:docMk/>
          <pc:sldMk cId="3833799027" sldId="258"/>
        </pc:sldMkLst>
        <pc:spChg chg="mod ord">
          <ac:chgData name="VELUTHEDATH JACOB, CHRISTA MARY" userId="S::cv4001@hw.ac.uk::b16ac241-ec6f-437a-ba25-157485fbc453" providerId="AD" clId="Web-{1A8343B2-0614-7582-97D5-FB7ABEBFBB8A}" dt="2025-09-30T18:22:29.648" v="48"/>
          <ac:spMkLst>
            <pc:docMk/>
            <pc:sldMk cId="3833799027" sldId="258"/>
            <ac:spMk id="2" creationId="{3274DAAC-DF36-B529-2A74-7EF23470CB87}"/>
          </ac:spMkLst>
        </pc:spChg>
        <pc:picChg chg="mod ord">
          <ac:chgData name="VELUTHEDATH JACOB, CHRISTA MARY" userId="S::cv4001@hw.ac.uk::b16ac241-ec6f-437a-ba25-157485fbc453" providerId="AD" clId="Web-{1A8343B2-0614-7582-97D5-FB7ABEBFBB8A}" dt="2025-09-30T18:22:29.648" v="48"/>
          <ac:picMkLst>
            <pc:docMk/>
            <pc:sldMk cId="3833799027" sldId="258"/>
            <ac:picMk id="7" creationId="{CD4D4832-D08A-8970-E307-4A245C417E84}"/>
          </ac:picMkLst>
        </pc:picChg>
      </pc:sldChg>
      <pc:sldChg chg="addSp delSp modSp mod ord modClrScheme chgLayout">
        <pc:chgData name="VELUTHEDATH JACOB, CHRISTA MARY" userId="S::cv4001@hw.ac.uk::b16ac241-ec6f-437a-ba25-157485fbc453" providerId="AD" clId="Web-{1A8343B2-0614-7582-97D5-FB7ABEBFBB8A}" dt="2025-09-30T18:25:14.869" v="69"/>
        <pc:sldMkLst>
          <pc:docMk/>
          <pc:sldMk cId="4258090687" sldId="260"/>
        </pc:sldMkLst>
        <pc:spChg chg="mod ord">
          <ac:chgData name="VELUTHEDATH JACOB, CHRISTA MARY" userId="S::cv4001@hw.ac.uk::b16ac241-ec6f-437a-ba25-157485fbc453" providerId="AD" clId="Web-{1A8343B2-0614-7582-97D5-FB7ABEBFBB8A}" dt="2025-09-30T18:23:46.993" v="54"/>
          <ac:spMkLst>
            <pc:docMk/>
            <pc:sldMk cId="4258090687" sldId="260"/>
            <ac:spMk id="2" creationId="{253B9BA7-A256-1937-7A80-CF5AB9416702}"/>
          </ac:spMkLst>
        </pc:spChg>
        <pc:spChg chg="add del mod ord">
          <ac:chgData name="VELUTHEDATH JACOB, CHRISTA MARY" userId="S::cv4001@hw.ac.uk::b16ac241-ec6f-437a-ba25-157485fbc453" providerId="AD" clId="Web-{1A8343B2-0614-7582-97D5-FB7ABEBFBB8A}" dt="2025-09-30T18:22:52.898" v="51"/>
          <ac:spMkLst>
            <pc:docMk/>
            <pc:sldMk cId="4258090687" sldId="260"/>
            <ac:spMk id="3" creationId="{973C05B1-5685-B80A-0971-40F0767D1056}"/>
          </ac:spMkLst>
        </pc:spChg>
        <pc:spChg chg="add del mod">
          <ac:chgData name="VELUTHEDATH JACOB, CHRISTA MARY" userId="S::cv4001@hw.ac.uk::b16ac241-ec6f-437a-ba25-157485fbc453" providerId="AD" clId="Web-{1A8343B2-0614-7582-97D5-FB7ABEBFBB8A}" dt="2025-09-30T18:22:52.867" v="50"/>
          <ac:spMkLst>
            <pc:docMk/>
            <pc:sldMk cId="4258090687" sldId="260"/>
            <ac:spMk id="9" creationId="{44EF25D2-5F5D-ACF4-C2AD-9C9E492E0855}"/>
          </ac:spMkLst>
        </pc:spChg>
        <pc:spChg chg="add del mod">
          <ac:chgData name="VELUTHEDATH JACOB, CHRISTA MARY" userId="S::cv4001@hw.ac.uk::b16ac241-ec6f-437a-ba25-157485fbc453" providerId="AD" clId="Web-{1A8343B2-0614-7582-97D5-FB7ABEBFBB8A}" dt="2025-09-30T18:22:52.867" v="50"/>
          <ac:spMkLst>
            <pc:docMk/>
            <pc:sldMk cId="4258090687" sldId="260"/>
            <ac:spMk id="11" creationId="{36A588F5-1F9A-9124-57AF-3CBCCB551F82}"/>
          </ac:spMkLst>
        </pc:spChg>
        <pc:spChg chg="add del mod">
          <ac:chgData name="VELUTHEDATH JACOB, CHRISTA MARY" userId="S::cv4001@hw.ac.uk::b16ac241-ec6f-437a-ba25-157485fbc453" providerId="AD" clId="Web-{1A8343B2-0614-7582-97D5-FB7ABEBFBB8A}" dt="2025-09-30T18:22:52.867" v="50"/>
          <ac:spMkLst>
            <pc:docMk/>
            <pc:sldMk cId="4258090687" sldId="260"/>
            <ac:spMk id="13" creationId="{236BEFA8-CAAD-9507-1946-519599D2F65B}"/>
          </ac:spMkLst>
        </pc:spChg>
        <pc:spChg chg="add del mod">
          <ac:chgData name="VELUTHEDATH JACOB, CHRISTA MARY" userId="S::cv4001@hw.ac.uk::b16ac241-ec6f-437a-ba25-157485fbc453" providerId="AD" clId="Web-{1A8343B2-0614-7582-97D5-FB7ABEBFBB8A}" dt="2025-09-30T18:22:52.867" v="50"/>
          <ac:spMkLst>
            <pc:docMk/>
            <pc:sldMk cId="4258090687" sldId="260"/>
            <ac:spMk id="15" creationId="{96B595DF-E4B3-FEED-285E-3169AAA4D5F9}"/>
          </ac:spMkLst>
        </pc:spChg>
        <pc:spChg chg="add mod">
          <ac:chgData name="VELUTHEDATH JACOB, CHRISTA MARY" userId="S::cv4001@hw.ac.uk::b16ac241-ec6f-437a-ba25-157485fbc453" providerId="AD" clId="Web-{1A8343B2-0614-7582-97D5-FB7ABEBFBB8A}" dt="2025-09-30T18:25:14.869" v="69"/>
          <ac:spMkLst>
            <pc:docMk/>
            <pc:sldMk cId="4258090687" sldId="260"/>
            <ac:spMk id="17" creationId="{08BEE8F1-A895-4B26-F08E-2C0DBD837975}"/>
          </ac:spMkLst>
        </pc:spChg>
        <pc:spChg chg="add mod">
          <ac:chgData name="VELUTHEDATH JACOB, CHRISTA MARY" userId="S::cv4001@hw.ac.uk::b16ac241-ec6f-437a-ba25-157485fbc453" providerId="AD" clId="Web-{1A8343B2-0614-7582-97D5-FB7ABEBFBB8A}" dt="2025-09-30T18:25:14.869" v="69"/>
          <ac:spMkLst>
            <pc:docMk/>
            <pc:sldMk cId="4258090687" sldId="260"/>
            <ac:spMk id="18" creationId="{E6C1761D-9BB9-0B2E-2B15-6432319D8BC0}"/>
          </ac:spMkLst>
        </pc:spChg>
        <pc:spChg chg="add mod">
          <ac:chgData name="VELUTHEDATH JACOB, CHRISTA MARY" userId="S::cv4001@hw.ac.uk::b16ac241-ec6f-437a-ba25-157485fbc453" providerId="AD" clId="Web-{1A8343B2-0614-7582-97D5-FB7ABEBFBB8A}" dt="2025-09-30T18:25:14.869" v="69"/>
          <ac:spMkLst>
            <pc:docMk/>
            <pc:sldMk cId="4258090687" sldId="260"/>
            <ac:spMk id="19" creationId="{071CD248-816E-8411-4DFA-E7F865B67F58}"/>
          </ac:spMkLst>
        </pc:spChg>
        <pc:spChg chg="add del mod">
          <ac:chgData name="VELUTHEDATH JACOB, CHRISTA MARY" userId="S::cv4001@hw.ac.uk::b16ac241-ec6f-437a-ba25-157485fbc453" providerId="AD" clId="Web-{1A8343B2-0614-7582-97D5-FB7ABEBFBB8A}" dt="2025-09-30T18:23:46.993" v="54"/>
          <ac:spMkLst>
            <pc:docMk/>
            <pc:sldMk cId="4258090687" sldId="260"/>
            <ac:spMk id="25" creationId="{D63E7017-EB67-F228-C379-60D940825B80}"/>
          </ac:spMkLst>
        </pc:spChg>
        <pc:graphicFrameChg chg="add del mod">
          <ac:chgData name="VELUTHEDATH JACOB, CHRISTA MARY" userId="S::cv4001@hw.ac.uk::b16ac241-ec6f-437a-ba25-157485fbc453" providerId="AD" clId="Web-{1A8343B2-0614-7582-97D5-FB7ABEBFBB8A}" dt="2025-09-30T18:22:52.867" v="50"/>
          <ac:graphicFrameMkLst>
            <pc:docMk/>
            <pc:sldMk cId="4258090687" sldId="260"/>
            <ac:graphicFrameMk id="5" creationId="{7FBAED78-5F5C-902A-827D-BA4B4D648C21}"/>
          </ac:graphicFrameMkLst>
        </pc:graphicFrameChg>
        <pc:graphicFrameChg chg="add mod modGraphic">
          <ac:chgData name="VELUTHEDATH JACOB, CHRISTA MARY" userId="S::cv4001@hw.ac.uk::b16ac241-ec6f-437a-ba25-157485fbc453" providerId="AD" clId="Web-{1A8343B2-0614-7582-97D5-FB7ABEBFBB8A}" dt="2025-09-30T18:25:14.869" v="69"/>
          <ac:graphicFrameMkLst>
            <pc:docMk/>
            <pc:sldMk cId="4258090687" sldId="260"/>
            <ac:graphicFrameMk id="20" creationId="{95F7CCFE-052E-9F4C-7CA8-D5076D96B04C}"/>
          </ac:graphicFrameMkLst>
        </pc:graphicFrameChg>
      </pc:sldChg>
      <pc:sldChg chg="delSp modSp mod modClrScheme delDesignElem chgLayout">
        <pc:chgData name="VELUTHEDATH JACOB, CHRISTA MARY" userId="S::cv4001@hw.ac.uk::b16ac241-ec6f-437a-ba25-157485fbc453" providerId="AD" clId="Web-{1A8343B2-0614-7582-97D5-FB7ABEBFBB8A}" dt="2025-09-30T18:22:29.648" v="48"/>
        <pc:sldMkLst>
          <pc:docMk/>
          <pc:sldMk cId="1879784505" sldId="264"/>
        </pc:sldMkLst>
        <pc:spChg chg="mod ord">
          <ac:chgData name="VELUTHEDATH JACOB, CHRISTA MARY" userId="S::cv4001@hw.ac.uk::b16ac241-ec6f-437a-ba25-157485fbc453" providerId="AD" clId="Web-{1A8343B2-0614-7582-97D5-FB7ABEBFBB8A}" dt="2025-09-30T18:22:29.648" v="48"/>
          <ac:spMkLst>
            <pc:docMk/>
            <pc:sldMk cId="1879784505" sldId="264"/>
            <ac:spMk id="2" creationId="{535110E3-2504-9C4B-5D65-B521B1D8C2F0}"/>
          </ac:spMkLst>
        </pc:spChg>
        <pc:spChg chg="del">
          <ac:chgData name="VELUTHEDATH JACOB, CHRISTA MARY" userId="S::cv4001@hw.ac.uk::b16ac241-ec6f-437a-ba25-157485fbc453" providerId="AD" clId="Web-{1A8343B2-0614-7582-97D5-FB7ABEBFBB8A}" dt="2025-09-30T18:21:32.834" v="41"/>
          <ac:spMkLst>
            <pc:docMk/>
            <pc:sldMk cId="1879784505" sldId="264"/>
            <ac:spMk id="9" creationId="{3A930249-8242-4E2B-AF17-C01826488321}"/>
          </ac:spMkLst>
        </pc:spChg>
        <pc:spChg chg="del">
          <ac:chgData name="VELUTHEDATH JACOB, CHRISTA MARY" userId="S::cv4001@hw.ac.uk::b16ac241-ec6f-437a-ba25-157485fbc453" providerId="AD" clId="Web-{1A8343B2-0614-7582-97D5-FB7ABEBFBB8A}" dt="2025-09-30T18:21:32.834" v="41"/>
          <ac:spMkLst>
            <pc:docMk/>
            <pc:sldMk cId="1879784505" sldId="264"/>
            <ac:spMk id="11" creationId="{A5BDD999-C5E1-4B3E-A710-768673819165}"/>
          </ac:spMkLst>
        </pc:spChg>
      </pc:sldChg>
      <pc:sldChg chg="addSp delSp modSp mod modClrScheme chgLayout">
        <pc:chgData name="VELUTHEDATH JACOB, CHRISTA MARY" userId="S::cv4001@hw.ac.uk::b16ac241-ec6f-437a-ba25-157485fbc453" providerId="AD" clId="Web-{1A8343B2-0614-7582-97D5-FB7ABEBFBB8A}" dt="2025-09-30T18:29:12.888" v="121"/>
        <pc:sldMkLst>
          <pc:docMk/>
          <pc:sldMk cId="3209007192" sldId="265"/>
        </pc:sldMkLst>
        <pc:spChg chg="mod ord">
          <ac:chgData name="VELUTHEDATH JACOB, CHRISTA MARY" userId="S::cv4001@hw.ac.uk::b16ac241-ec6f-437a-ba25-157485fbc453" providerId="AD" clId="Web-{1A8343B2-0614-7582-97D5-FB7ABEBFBB8A}" dt="2025-09-30T18:29:12.888" v="121"/>
          <ac:spMkLst>
            <pc:docMk/>
            <pc:sldMk cId="3209007192" sldId="265"/>
            <ac:spMk id="2" creationId="{6AE8C90B-EF0F-5787-BBDF-A00701E81C88}"/>
          </ac:spMkLst>
        </pc:spChg>
        <pc:spChg chg="add del mod ord">
          <ac:chgData name="VELUTHEDATH JACOB, CHRISTA MARY" userId="S::cv4001@hw.ac.uk::b16ac241-ec6f-437a-ba25-157485fbc453" providerId="AD" clId="Web-{1A8343B2-0614-7582-97D5-FB7ABEBFBB8A}" dt="2025-09-30T18:29:12.888" v="121"/>
          <ac:spMkLst>
            <pc:docMk/>
            <pc:sldMk cId="3209007192" sldId="265"/>
            <ac:spMk id="3" creationId="{F3BBF1B5-98C6-9737-55FC-631E55C8C67E}"/>
          </ac:spMkLst>
        </pc:spChg>
        <pc:spChg chg="add del mod">
          <ac:chgData name="VELUTHEDATH JACOB, CHRISTA MARY" userId="S::cv4001@hw.ac.uk::b16ac241-ec6f-437a-ba25-157485fbc453" providerId="AD" clId="Web-{1A8343B2-0614-7582-97D5-FB7ABEBFBB8A}" dt="2025-09-30T18:24:29.025" v="61"/>
          <ac:spMkLst>
            <pc:docMk/>
            <pc:sldMk cId="3209007192" sldId="265"/>
            <ac:spMk id="8" creationId="{978A770C-C7C1-8F9F-FAF6-4054A1BB2DBF}"/>
          </ac:spMkLst>
        </pc:spChg>
        <pc:spChg chg="add del">
          <ac:chgData name="VELUTHEDATH JACOB, CHRISTA MARY" userId="S::cv4001@hw.ac.uk::b16ac241-ec6f-437a-ba25-157485fbc453" providerId="AD" clId="Web-{1A8343B2-0614-7582-97D5-FB7ABEBFBB8A}" dt="2025-09-30T18:24:14.509" v="59"/>
          <ac:spMkLst>
            <pc:docMk/>
            <pc:sldMk cId="3209007192" sldId="265"/>
            <ac:spMk id="9" creationId="{4580FD0F-3A18-F42E-A0DA-BF153F52FDD1}"/>
          </ac:spMkLst>
        </pc:spChg>
        <pc:spChg chg="add del">
          <ac:chgData name="VELUTHEDATH JACOB, CHRISTA MARY" userId="S::cv4001@hw.ac.uk::b16ac241-ec6f-437a-ba25-157485fbc453" providerId="AD" clId="Web-{1A8343B2-0614-7582-97D5-FB7ABEBFBB8A}" dt="2025-09-30T18:24:14.509" v="59"/>
          <ac:spMkLst>
            <pc:docMk/>
            <pc:sldMk cId="3209007192" sldId="265"/>
            <ac:spMk id="11" creationId="{E6CCABEB-84FF-23DE-4E04-A4CC73D8EA05}"/>
          </ac:spMkLst>
        </pc:spChg>
        <pc:spChg chg="add del">
          <ac:chgData name="VELUTHEDATH JACOB, CHRISTA MARY" userId="S::cv4001@hw.ac.uk::b16ac241-ec6f-437a-ba25-157485fbc453" providerId="AD" clId="Web-{1A8343B2-0614-7582-97D5-FB7ABEBFBB8A}" dt="2025-09-30T18:24:14.509" v="59"/>
          <ac:spMkLst>
            <pc:docMk/>
            <pc:sldMk cId="3209007192" sldId="265"/>
            <ac:spMk id="13" creationId="{2A6F4EAC-9DF5-6645-67CE-980DED8F6B69}"/>
          </ac:spMkLst>
        </pc:spChg>
        <pc:spChg chg="add del mod">
          <ac:chgData name="VELUTHEDATH JACOB, CHRISTA MARY" userId="S::cv4001@hw.ac.uk::b16ac241-ec6f-437a-ba25-157485fbc453" providerId="AD" clId="Web-{1A8343B2-0614-7582-97D5-FB7ABEBFBB8A}" dt="2025-09-30T18:24:29.025" v="61"/>
          <ac:spMkLst>
            <pc:docMk/>
            <pc:sldMk cId="3209007192" sldId="265"/>
            <ac:spMk id="15" creationId="{F3BBF1B5-98C6-9737-55FC-631E55C8C67E}"/>
          </ac:spMkLst>
        </pc:spChg>
        <pc:spChg chg="add del mod">
          <ac:chgData name="VELUTHEDATH JACOB, CHRISTA MARY" userId="S::cv4001@hw.ac.uk::b16ac241-ec6f-437a-ba25-157485fbc453" providerId="AD" clId="Web-{1A8343B2-0614-7582-97D5-FB7ABEBFBB8A}" dt="2025-09-30T18:24:29.025" v="61"/>
          <ac:spMkLst>
            <pc:docMk/>
            <pc:sldMk cId="3209007192" sldId="265"/>
            <ac:spMk id="16" creationId="{D1940A25-BE7F-30C9-F9B6-15B179336942}"/>
          </ac:spMkLst>
        </pc:spChg>
        <pc:spChg chg="add del mod">
          <ac:chgData name="VELUTHEDATH JACOB, CHRISTA MARY" userId="S::cv4001@hw.ac.uk::b16ac241-ec6f-437a-ba25-157485fbc453" providerId="AD" clId="Web-{1A8343B2-0614-7582-97D5-FB7ABEBFBB8A}" dt="2025-09-30T18:24:29.025" v="61"/>
          <ac:spMkLst>
            <pc:docMk/>
            <pc:sldMk cId="3209007192" sldId="265"/>
            <ac:spMk id="17" creationId="{6C523E07-5FEA-E5DE-3020-AD139A4060BC}"/>
          </ac:spMkLst>
        </pc:spChg>
        <pc:spChg chg="add del mod">
          <ac:chgData name="VELUTHEDATH JACOB, CHRISTA MARY" userId="S::cv4001@hw.ac.uk::b16ac241-ec6f-437a-ba25-157485fbc453" providerId="AD" clId="Web-{1A8343B2-0614-7582-97D5-FB7ABEBFBB8A}" dt="2025-09-30T18:24:29.025" v="61"/>
          <ac:spMkLst>
            <pc:docMk/>
            <pc:sldMk cId="3209007192" sldId="265"/>
            <ac:spMk id="18" creationId="{C91F43D3-C6C3-440B-46F4-C5161641BC7E}"/>
          </ac:spMkLst>
        </pc:spChg>
        <pc:spChg chg="add del mod">
          <ac:chgData name="VELUTHEDATH JACOB, CHRISTA MARY" userId="S::cv4001@hw.ac.uk::b16ac241-ec6f-437a-ba25-157485fbc453" providerId="AD" clId="Web-{1A8343B2-0614-7582-97D5-FB7ABEBFBB8A}" dt="2025-09-30T18:24:29.025" v="61"/>
          <ac:spMkLst>
            <pc:docMk/>
            <pc:sldMk cId="3209007192" sldId="265"/>
            <ac:spMk id="19" creationId="{24926B81-86F4-D9EA-A078-4D72E9113D22}"/>
          </ac:spMkLst>
        </pc:spChg>
        <pc:spChg chg="add del mod">
          <ac:chgData name="VELUTHEDATH JACOB, CHRISTA MARY" userId="S::cv4001@hw.ac.uk::b16ac241-ec6f-437a-ba25-157485fbc453" providerId="AD" clId="Web-{1A8343B2-0614-7582-97D5-FB7ABEBFBB8A}" dt="2025-09-30T18:24:29.025" v="61"/>
          <ac:spMkLst>
            <pc:docMk/>
            <pc:sldMk cId="3209007192" sldId="265"/>
            <ac:spMk id="20" creationId="{3ED0090B-194D-7C21-ADCC-DB4525A53092}"/>
          </ac:spMkLst>
        </pc:spChg>
        <pc:spChg chg="add del mod">
          <ac:chgData name="VELUTHEDATH JACOB, CHRISTA MARY" userId="S::cv4001@hw.ac.uk::b16ac241-ec6f-437a-ba25-157485fbc453" providerId="AD" clId="Web-{1A8343B2-0614-7582-97D5-FB7ABEBFBB8A}" dt="2025-09-30T18:25:54.026" v="71"/>
          <ac:spMkLst>
            <pc:docMk/>
            <pc:sldMk cId="3209007192" sldId="265"/>
            <ac:spMk id="21" creationId="{4BE306BF-CC5E-EE21-5BEA-2A58A7BC17D4}"/>
          </ac:spMkLst>
        </pc:spChg>
        <pc:spChg chg="add del">
          <ac:chgData name="VELUTHEDATH JACOB, CHRISTA MARY" userId="S::cv4001@hw.ac.uk::b16ac241-ec6f-437a-ba25-157485fbc453" providerId="AD" clId="Web-{1A8343B2-0614-7582-97D5-FB7ABEBFBB8A}" dt="2025-09-30T18:25:13.932" v="68"/>
          <ac:spMkLst>
            <pc:docMk/>
            <pc:sldMk cId="3209007192" sldId="265"/>
            <ac:spMk id="22" creationId="{4580FD0F-3A18-F42E-A0DA-BF153F52FDD1}"/>
          </ac:spMkLst>
        </pc:spChg>
        <pc:spChg chg="add del">
          <ac:chgData name="VELUTHEDATH JACOB, CHRISTA MARY" userId="S::cv4001@hw.ac.uk::b16ac241-ec6f-437a-ba25-157485fbc453" providerId="AD" clId="Web-{1A8343B2-0614-7582-97D5-FB7ABEBFBB8A}" dt="2025-09-30T18:25:13.932" v="68"/>
          <ac:spMkLst>
            <pc:docMk/>
            <pc:sldMk cId="3209007192" sldId="265"/>
            <ac:spMk id="23" creationId="{E6CCABEB-84FF-23DE-4E04-A4CC73D8EA05}"/>
          </ac:spMkLst>
        </pc:spChg>
        <pc:spChg chg="add del">
          <ac:chgData name="VELUTHEDATH JACOB, CHRISTA MARY" userId="S::cv4001@hw.ac.uk::b16ac241-ec6f-437a-ba25-157485fbc453" providerId="AD" clId="Web-{1A8343B2-0614-7582-97D5-FB7ABEBFBB8A}" dt="2025-09-30T18:25:13.932" v="68"/>
          <ac:spMkLst>
            <pc:docMk/>
            <pc:sldMk cId="3209007192" sldId="265"/>
            <ac:spMk id="24" creationId="{2A6F4EAC-9DF5-6645-67CE-980DED8F6B69}"/>
          </ac:spMkLst>
        </pc:spChg>
        <pc:spChg chg="add del mod">
          <ac:chgData name="VELUTHEDATH JACOB, CHRISTA MARY" userId="S::cv4001@hw.ac.uk::b16ac241-ec6f-437a-ba25-157485fbc453" providerId="AD" clId="Web-{1A8343B2-0614-7582-97D5-FB7ABEBFBB8A}" dt="2025-09-30T18:25:54.026" v="71"/>
          <ac:spMkLst>
            <pc:docMk/>
            <pc:sldMk cId="3209007192" sldId="265"/>
            <ac:spMk id="26" creationId="{EE1EA527-6360-3306-31AC-C41F8842E535}"/>
          </ac:spMkLst>
        </pc:spChg>
        <pc:spChg chg="add del mod">
          <ac:chgData name="VELUTHEDATH JACOB, CHRISTA MARY" userId="S::cv4001@hw.ac.uk::b16ac241-ec6f-437a-ba25-157485fbc453" providerId="AD" clId="Web-{1A8343B2-0614-7582-97D5-FB7ABEBFBB8A}" dt="2025-09-30T18:25:54.026" v="71"/>
          <ac:spMkLst>
            <pc:docMk/>
            <pc:sldMk cId="3209007192" sldId="265"/>
            <ac:spMk id="27" creationId="{E35A15AB-6E3F-FE66-5CA0-1E5CCCF9E2A5}"/>
          </ac:spMkLst>
        </pc:spChg>
        <pc:spChg chg="add del mod">
          <ac:chgData name="VELUTHEDATH JACOB, CHRISTA MARY" userId="S::cv4001@hw.ac.uk::b16ac241-ec6f-437a-ba25-157485fbc453" providerId="AD" clId="Web-{1A8343B2-0614-7582-97D5-FB7ABEBFBB8A}" dt="2025-09-30T18:25:54.026" v="71"/>
          <ac:spMkLst>
            <pc:docMk/>
            <pc:sldMk cId="3209007192" sldId="265"/>
            <ac:spMk id="28" creationId="{09F99FA9-90EF-07A2-225F-15910B57E076}"/>
          </ac:spMkLst>
        </pc:spChg>
        <pc:spChg chg="add del mod">
          <ac:chgData name="VELUTHEDATH JACOB, CHRISTA MARY" userId="S::cv4001@hw.ac.uk::b16ac241-ec6f-437a-ba25-157485fbc453" providerId="AD" clId="Web-{1A8343B2-0614-7582-97D5-FB7ABEBFBB8A}" dt="2025-09-30T18:27:41.637" v="99"/>
          <ac:spMkLst>
            <pc:docMk/>
            <pc:sldMk cId="3209007192" sldId="265"/>
            <ac:spMk id="29" creationId="{640F190E-D193-C68A-3CEA-CBAD1E971F4C}"/>
          </ac:spMkLst>
        </pc:spChg>
        <pc:spChg chg="add del mod">
          <ac:chgData name="VELUTHEDATH JACOB, CHRISTA MARY" userId="S::cv4001@hw.ac.uk::b16ac241-ec6f-437a-ba25-157485fbc453" providerId="AD" clId="Web-{1A8343B2-0614-7582-97D5-FB7ABEBFBB8A}" dt="2025-09-30T18:25:56.511" v="73"/>
          <ac:spMkLst>
            <pc:docMk/>
            <pc:sldMk cId="3209007192" sldId="265"/>
            <ac:spMk id="30" creationId="{9DE23540-5573-F314-E40D-A0E6E37BD538}"/>
          </ac:spMkLst>
        </pc:spChg>
        <pc:spChg chg="add del mod">
          <ac:chgData name="VELUTHEDATH JACOB, CHRISTA MARY" userId="S::cv4001@hw.ac.uk::b16ac241-ec6f-437a-ba25-157485fbc453" providerId="AD" clId="Web-{1A8343B2-0614-7582-97D5-FB7ABEBFBB8A}" dt="2025-09-30T18:25:56.511" v="73"/>
          <ac:spMkLst>
            <pc:docMk/>
            <pc:sldMk cId="3209007192" sldId="265"/>
            <ac:spMk id="31" creationId="{9B6EB918-2D98-E54D-A0DF-487AB9CDFD60}"/>
          </ac:spMkLst>
        </pc:spChg>
        <pc:spChg chg="add del mod">
          <ac:chgData name="VELUTHEDATH JACOB, CHRISTA MARY" userId="S::cv4001@hw.ac.uk::b16ac241-ec6f-437a-ba25-157485fbc453" providerId="AD" clId="Web-{1A8343B2-0614-7582-97D5-FB7ABEBFBB8A}" dt="2025-09-30T18:25:56.511" v="73"/>
          <ac:spMkLst>
            <pc:docMk/>
            <pc:sldMk cId="3209007192" sldId="265"/>
            <ac:spMk id="32" creationId="{BD3A3E30-4FE9-621F-EA8E-CFDE6461EFB3}"/>
          </ac:spMkLst>
        </pc:spChg>
        <pc:spChg chg="add del mod">
          <ac:chgData name="VELUTHEDATH JACOB, CHRISTA MARY" userId="S::cv4001@hw.ac.uk::b16ac241-ec6f-437a-ba25-157485fbc453" providerId="AD" clId="Web-{1A8343B2-0614-7582-97D5-FB7ABEBFBB8A}" dt="2025-09-30T18:25:56.511" v="73"/>
          <ac:spMkLst>
            <pc:docMk/>
            <pc:sldMk cId="3209007192" sldId="265"/>
            <ac:spMk id="33" creationId="{7EEF2BF6-CF9E-B7A3-428A-933075D82233}"/>
          </ac:spMkLst>
        </pc:spChg>
        <pc:spChg chg="add del mod">
          <ac:chgData name="VELUTHEDATH JACOB, CHRISTA MARY" userId="S::cv4001@hw.ac.uk::b16ac241-ec6f-437a-ba25-157485fbc453" providerId="AD" clId="Web-{1A8343B2-0614-7582-97D5-FB7ABEBFBB8A}" dt="2025-09-30T18:27:41.637" v="99"/>
          <ac:spMkLst>
            <pc:docMk/>
            <pc:sldMk cId="3209007192" sldId="265"/>
            <ac:spMk id="34" creationId="{8672C335-CB11-C408-6BD7-2D88A1A3BB85}"/>
          </ac:spMkLst>
        </pc:spChg>
        <pc:spChg chg="add del mod">
          <ac:chgData name="VELUTHEDATH JACOB, CHRISTA MARY" userId="S::cv4001@hw.ac.uk::b16ac241-ec6f-437a-ba25-157485fbc453" providerId="AD" clId="Web-{1A8343B2-0614-7582-97D5-FB7ABEBFBB8A}" dt="2025-09-30T18:26:48.261" v="93"/>
          <ac:spMkLst>
            <pc:docMk/>
            <pc:sldMk cId="3209007192" sldId="265"/>
            <ac:spMk id="35" creationId="{4BE306BF-CC5E-EE21-5BEA-2A58A7BC17D4}"/>
          </ac:spMkLst>
        </pc:spChg>
        <pc:spChg chg="add del mod">
          <ac:chgData name="VELUTHEDATH JACOB, CHRISTA MARY" userId="S::cv4001@hw.ac.uk::b16ac241-ec6f-437a-ba25-157485fbc453" providerId="AD" clId="Web-{1A8343B2-0614-7582-97D5-FB7ABEBFBB8A}" dt="2025-09-30T18:26:48.261" v="93"/>
          <ac:spMkLst>
            <pc:docMk/>
            <pc:sldMk cId="3209007192" sldId="265"/>
            <ac:spMk id="36" creationId="{EE1EA527-6360-3306-31AC-C41F8842E535}"/>
          </ac:spMkLst>
        </pc:spChg>
        <pc:spChg chg="add del mod">
          <ac:chgData name="VELUTHEDATH JACOB, CHRISTA MARY" userId="S::cv4001@hw.ac.uk::b16ac241-ec6f-437a-ba25-157485fbc453" providerId="AD" clId="Web-{1A8343B2-0614-7582-97D5-FB7ABEBFBB8A}" dt="2025-09-30T18:26:48.261" v="93"/>
          <ac:spMkLst>
            <pc:docMk/>
            <pc:sldMk cId="3209007192" sldId="265"/>
            <ac:spMk id="37" creationId="{E35A15AB-6E3F-FE66-5CA0-1E5CCCF9E2A5}"/>
          </ac:spMkLst>
        </pc:spChg>
        <pc:spChg chg="add del mod">
          <ac:chgData name="VELUTHEDATH JACOB, CHRISTA MARY" userId="S::cv4001@hw.ac.uk::b16ac241-ec6f-437a-ba25-157485fbc453" providerId="AD" clId="Web-{1A8343B2-0614-7582-97D5-FB7ABEBFBB8A}" dt="2025-09-30T18:26:48.261" v="93"/>
          <ac:spMkLst>
            <pc:docMk/>
            <pc:sldMk cId="3209007192" sldId="265"/>
            <ac:spMk id="38" creationId="{09F99FA9-90EF-07A2-225F-15910B57E076}"/>
          </ac:spMkLst>
        </pc:spChg>
        <pc:spChg chg="add del mod">
          <ac:chgData name="VELUTHEDATH JACOB, CHRISTA MARY" userId="S::cv4001@hw.ac.uk::b16ac241-ec6f-437a-ba25-157485fbc453" providerId="AD" clId="Web-{1A8343B2-0614-7582-97D5-FB7ABEBFBB8A}" dt="2025-09-30T18:27:41.637" v="99"/>
          <ac:spMkLst>
            <pc:docMk/>
            <pc:sldMk cId="3209007192" sldId="265"/>
            <ac:spMk id="39" creationId="{DAA354E4-0113-5569-9191-0F4F42C9F9BF}"/>
          </ac:spMkLst>
        </pc:spChg>
        <pc:spChg chg="add del mod">
          <ac:chgData name="VELUTHEDATH JACOB, CHRISTA MARY" userId="S::cv4001@hw.ac.uk::b16ac241-ec6f-437a-ba25-157485fbc453" providerId="AD" clId="Web-{1A8343B2-0614-7582-97D5-FB7ABEBFBB8A}" dt="2025-09-30T18:27:41.637" v="99"/>
          <ac:spMkLst>
            <pc:docMk/>
            <pc:sldMk cId="3209007192" sldId="265"/>
            <ac:spMk id="41" creationId="{D41CE3FB-10F7-F7AA-44E2-DD2B86594320}"/>
          </ac:spMkLst>
        </pc:spChg>
        <pc:spChg chg="add del mod">
          <ac:chgData name="VELUTHEDATH JACOB, CHRISTA MARY" userId="S::cv4001@hw.ac.uk::b16ac241-ec6f-437a-ba25-157485fbc453" providerId="AD" clId="Web-{1A8343B2-0614-7582-97D5-FB7ABEBFBB8A}" dt="2025-09-30T18:28:50.872" v="114"/>
          <ac:spMkLst>
            <pc:docMk/>
            <pc:sldMk cId="3209007192" sldId="265"/>
            <ac:spMk id="42" creationId="{877DB327-5937-4F06-636F-896ABC7C6FCB}"/>
          </ac:spMkLst>
        </pc:spChg>
        <pc:spChg chg="add del mod">
          <ac:chgData name="VELUTHEDATH JACOB, CHRISTA MARY" userId="S::cv4001@hw.ac.uk::b16ac241-ec6f-437a-ba25-157485fbc453" providerId="AD" clId="Web-{1A8343B2-0614-7582-97D5-FB7ABEBFBB8A}" dt="2025-09-30T18:27:44.215" v="101"/>
          <ac:spMkLst>
            <pc:docMk/>
            <pc:sldMk cId="3209007192" sldId="265"/>
            <ac:spMk id="43" creationId="{C26FFD2F-0334-D4DB-4850-ED6014F0E839}"/>
          </ac:spMkLst>
        </pc:spChg>
        <pc:spChg chg="add del">
          <ac:chgData name="VELUTHEDATH JACOB, CHRISTA MARY" userId="S::cv4001@hw.ac.uk::b16ac241-ec6f-437a-ba25-157485fbc453" providerId="AD" clId="Web-{1A8343B2-0614-7582-97D5-FB7ABEBFBB8A}" dt="2025-09-30T18:26:14.667" v="77"/>
          <ac:spMkLst>
            <pc:docMk/>
            <pc:sldMk cId="3209007192" sldId="265"/>
            <ac:spMk id="44" creationId="{C649E687-556F-0F8B-C3FD-ED5E99A1B8D5}"/>
          </ac:spMkLst>
        </pc:spChg>
        <pc:spChg chg="add del mod">
          <ac:chgData name="VELUTHEDATH JACOB, CHRISTA MARY" userId="S::cv4001@hw.ac.uk::b16ac241-ec6f-437a-ba25-157485fbc453" providerId="AD" clId="Web-{1A8343B2-0614-7582-97D5-FB7ABEBFBB8A}" dt="2025-09-30T18:27:44.215" v="101"/>
          <ac:spMkLst>
            <pc:docMk/>
            <pc:sldMk cId="3209007192" sldId="265"/>
            <ac:spMk id="45" creationId="{D5013535-D169-EE7D-3189-4593BD84ED76}"/>
          </ac:spMkLst>
        </pc:spChg>
        <pc:spChg chg="add del mod">
          <ac:chgData name="VELUTHEDATH JACOB, CHRISTA MARY" userId="S::cv4001@hw.ac.uk::b16ac241-ec6f-437a-ba25-157485fbc453" providerId="AD" clId="Web-{1A8343B2-0614-7582-97D5-FB7ABEBFBB8A}" dt="2025-09-30T18:27:44.215" v="101"/>
          <ac:spMkLst>
            <pc:docMk/>
            <pc:sldMk cId="3209007192" sldId="265"/>
            <ac:spMk id="47" creationId="{9184522E-2850-A913-0ABD-B6B354792FD4}"/>
          </ac:spMkLst>
        </pc:spChg>
        <pc:spChg chg="add del mod">
          <ac:chgData name="VELUTHEDATH JACOB, CHRISTA MARY" userId="S::cv4001@hw.ac.uk::b16ac241-ec6f-437a-ba25-157485fbc453" providerId="AD" clId="Web-{1A8343B2-0614-7582-97D5-FB7ABEBFBB8A}" dt="2025-09-30T18:27:44.215" v="101"/>
          <ac:spMkLst>
            <pc:docMk/>
            <pc:sldMk cId="3209007192" sldId="265"/>
            <ac:spMk id="48" creationId="{DA9C7D43-BCE6-CC99-3804-8F13BAB4D02A}"/>
          </ac:spMkLst>
        </pc:spChg>
        <pc:spChg chg="add del mod">
          <ac:chgData name="VELUTHEDATH JACOB, CHRISTA MARY" userId="S::cv4001@hw.ac.uk::b16ac241-ec6f-437a-ba25-157485fbc453" providerId="AD" clId="Web-{1A8343B2-0614-7582-97D5-FB7ABEBFBB8A}" dt="2025-09-30T18:28:50.872" v="114"/>
          <ac:spMkLst>
            <pc:docMk/>
            <pc:sldMk cId="3209007192" sldId="265"/>
            <ac:spMk id="49" creationId="{CB8C148C-CFA7-2C30-4A2F-1A910BADD067}"/>
          </ac:spMkLst>
        </pc:spChg>
        <pc:spChg chg="add del mod">
          <ac:chgData name="VELUTHEDATH JACOB, CHRISTA MARY" userId="S::cv4001@hw.ac.uk::b16ac241-ec6f-437a-ba25-157485fbc453" providerId="AD" clId="Web-{1A8343B2-0614-7582-97D5-FB7ABEBFBB8A}" dt="2025-09-30T18:28:16.919" v="107"/>
          <ac:spMkLst>
            <pc:docMk/>
            <pc:sldMk cId="3209007192" sldId="265"/>
            <ac:spMk id="50" creationId="{B5359885-7F1A-D3F7-360E-6CBF19E8A784}"/>
          </ac:spMkLst>
        </pc:spChg>
        <pc:spChg chg="add del mod">
          <ac:chgData name="VELUTHEDATH JACOB, CHRISTA MARY" userId="S::cv4001@hw.ac.uk::b16ac241-ec6f-437a-ba25-157485fbc453" providerId="AD" clId="Web-{1A8343B2-0614-7582-97D5-FB7ABEBFBB8A}" dt="2025-09-30T18:28:16.919" v="107"/>
          <ac:spMkLst>
            <pc:docMk/>
            <pc:sldMk cId="3209007192" sldId="265"/>
            <ac:spMk id="51" creationId="{4348CEA8-FC69-C455-63BE-F1988377D784}"/>
          </ac:spMkLst>
        </pc:spChg>
        <pc:spChg chg="add del mod ord">
          <ac:chgData name="VELUTHEDATH JACOB, CHRISTA MARY" userId="S::cv4001@hw.ac.uk::b16ac241-ec6f-437a-ba25-157485fbc453" providerId="AD" clId="Web-{1A8343B2-0614-7582-97D5-FB7ABEBFBB8A}" dt="2025-09-30T18:28:16.919" v="107"/>
          <ac:spMkLst>
            <pc:docMk/>
            <pc:sldMk cId="3209007192" sldId="265"/>
            <ac:spMk id="52" creationId="{3E67603E-D761-F9E0-04EC-D6827B3EEBC6}"/>
          </ac:spMkLst>
        </pc:spChg>
        <pc:spChg chg="add del mod ord">
          <ac:chgData name="VELUTHEDATH JACOB, CHRISTA MARY" userId="S::cv4001@hw.ac.uk::b16ac241-ec6f-437a-ba25-157485fbc453" providerId="AD" clId="Web-{1A8343B2-0614-7582-97D5-FB7ABEBFBB8A}" dt="2025-09-30T18:28:16.919" v="107"/>
          <ac:spMkLst>
            <pc:docMk/>
            <pc:sldMk cId="3209007192" sldId="265"/>
            <ac:spMk id="53" creationId="{9EE91F86-0C64-036E-B7DC-5F10DC4A8BAF}"/>
          </ac:spMkLst>
        </pc:spChg>
        <pc:spChg chg="add del mod ord">
          <ac:chgData name="VELUTHEDATH JACOB, CHRISTA MARY" userId="S::cv4001@hw.ac.uk::b16ac241-ec6f-437a-ba25-157485fbc453" providerId="AD" clId="Web-{1A8343B2-0614-7582-97D5-FB7ABEBFBB8A}" dt="2025-09-30T18:28:16.919" v="107"/>
          <ac:spMkLst>
            <pc:docMk/>
            <pc:sldMk cId="3209007192" sldId="265"/>
            <ac:spMk id="54" creationId="{BCEBB050-4E51-9EE7-6610-7B068ED1CA33}"/>
          </ac:spMkLst>
        </pc:spChg>
        <pc:spChg chg="add del mod ord">
          <ac:chgData name="VELUTHEDATH JACOB, CHRISTA MARY" userId="S::cv4001@hw.ac.uk::b16ac241-ec6f-437a-ba25-157485fbc453" providerId="AD" clId="Web-{1A8343B2-0614-7582-97D5-FB7ABEBFBB8A}" dt="2025-09-30T18:28:16.919" v="107"/>
          <ac:spMkLst>
            <pc:docMk/>
            <pc:sldMk cId="3209007192" sldId="265"/>
            <ac:spMk id="55" creationId="{17E12380-5148-23B1-0F11-D50B1959E340}"/>
          </ac:spMkLst>
        </pc:spChg>
        <pc:spChg chg="add del mod">
          <ac:chgData name="VELUTHEDATH JACOB, CHRISTA MARY" userId="S::cv4001@hw.ac.uk::b16ac241-ec6f-437a-ba25-157485fbc453" providerId="AD" clId="Web-{1A8343B2-0614-7582-97D5-FB7ABEBFBB8A}" dt="2025-09-30T18:28:50.872" v="114"/>
          <ac:spMkLst>
            <pc:docMk/>
            <pc:sldMk cId="3209007192" sldId="265"/>
            <ac:spMk id="56" creationId="{C5457D0A-1C34-05E1-DB90-B4CE31F9D574}"/>
          </ac:spMkLst>
        </pc:spChg>
        <pc:spChg chg="add del mod">
          <ac:chgData name="VELUTHEDATH JACOB, CHRISTA MARY" userId="S::cv4001@hw.ac.uk::b16ac241-ec6f-437a-ba25-157485fbc453" providerId="AD" clId="Web-{1A8343B2-0614-7582-97D5-FB7ABEBFBB8A}" dt="2025-09-30T18:28:50.872" v="114"/>
          <ac:spMkLst>
            <pc:docMk/>
            <pc:sldMk cId="3209007192" sldId="265"/>
            <ac:spMk id="58" creationId="{B4326FB8-04B1-33A9-1470-5C8D7AD33E7E}"/>
          </ac:spMkLst>
        </pc:spChg>
        <pc:spChg chg="add del mod">
          <ac:chgData name="VELUTHEDATH JACOB, CHRISTA MARY" userId="S::cv4001@hw.ac.uk::b16ac241-ec6f-437a-ba25-157485fbc453" providerId="AD" clId="Web-{1A8343B2-0614-7582-97D5-FB7ABEBFBB8A}" dt="2025-09-30T18:28:14.919" v="105"/>
          <ac:spMkLst>
            <pc:docMk/>
            <pc:sldMk cId="3209007192" sldId="265"/>
            <ac:spMk id="61" creationId="{9AB3965C-BBAF-6B52-1512-2D5C398DDA80}"/>
          </ac:spMkLst>
        </pc:spChg>
        <pc:spChg chg="add del mod">
          <ac:chgData name="VELUTHEDATH JACOB, CHRISTA MARY" userId="S::cv4001@hw.ac.uk::b16ac241-ec6f-437a-ba25-157485fbc453" providerId="AD" clId="Web-{1A8343B2-0614-7582-97D5-FB7ABEBFBB8A}" dt="2025-09-30T18:29:12.888" v="121"/>
          <ac:spMkLst>
            <pc:docMk/>
            <pc:sldMk cId="3209007192" sldId="265"/>
            <ac:spMk id="62" creationId="{E12E7615-CA94-F885-EF54-CAE3CA40798E}"/>
          </ac:spMkLst>
        </pc:spChg>
        <pc:spChg chg="add del mod">
          <ac:chgData name="VELUTHEDATH JACOB, CHRISTA MARY" userId="S::cv4001@hw.ac.uk::b16ac241-ec6f-437a-ba25-157485fbc453" providerId="AD" clId="Web-{1A8343B2-0614-7582-97D5-FB7ABEBFBB8A}" dt="2025-09-30T18:29:12.888" v="121"/>
          <ac:spMkLst>
            <pc:docMk/>
            <pc:sldMk cId="3209007192" sldId="265"/>
            <ac:spMk id="63" creationId="{07CDDA3F-5AB9-EE5F-7955-7CDC0493F9E2}"/>
          </ac:spMkLst>
        </pc:spChg>
        <pc:spChg chg="add del mod">
          <ac:chgData name="VELUTHEDATH JACOB, CHRISTA MARY" userId="S::cv4001@hw.ac.uk::b16ac241-ec6f-437a-ba25-157485fbc453" providerId="AD" clId="Web-{1A8343B2-0614-7582-97D5-FB7ABEBFBB8A}" dt="2025-09-30T18:29:12.888" v="121"/>
          <ac:spMkLst>
            <pc:docMk/>
            <pc:sldMk cId="3209007192" sldId="265"/>
            <ac:spMk id="64" creationId="{2A47CAAC-745C-B456-A4E5-F55CBA15CFBD}"/>
          </ac:spMkLst>
        </pc:spChg>
        <pc:graphicFrameChg chg="add del">
          <ac:chgData name="VELUTHEDATH JACOB, CHRISTA MARY" userId="S::cv4001@hw.ac.uk::b16ac241-ec6f-437a-ba25-157485fbc453" providerId="AD" clId="Web-{1A8343B2-0614-7582-97D5-FB7ABEBFBB8A}" dt="2025-09-30T18:24:14.509" v="59"/>
          <ac:graphicFrameMkLst>
            <pc:docMk/>
            <pc:sldMk cId="3209007192" sldId="265"/>
            <ac:graphicFrameMk id="6" creationId="{A31BA1C4-2117-D5F7-9B7E-919B067DFE4A}"/>
          </ac:graphicFrameMkLst>
        </pc:graphicFrameChg>
        <pc:graphicFrameChg chg="add del modGraphic">
          <ac:chgData name="VELUTHEDATH JACOB, CHRISTA MARY" userId="S::cv4001@hw.ac.uk::b16ac241-ec6f-437a-ba25-157485fbc453" providerId="AD" clId="Web-{1A8343B2-0614-7582-97D5-FB7ABEBFBB8A}" dt="2025-09-30T18:25:13.932" v="68"/>
          <ac:graphicFrameMkLst>
            <pc:docMk/>
            <pc:sldMk cId="3209007192" sldId="265"/>
            <ac:graphicFrameMk id="25" creationId="{A31BA1C4-2117-D5F7-9B7E-919B067DFE4A}"/>
          </ac:graphicFrameMkLst>
        </pc:graphicFrameChg>
        <pc:graphicFrameChg chg="add del">
          <ac:chgData name="VELUTHEDATH JACOB, CHRISTA MARY" userId="S::cv4001@hw.ac.uk::b16ac241-ec6f-437a-ba25-157485fbc453" providerId="AD" clId="Web-{1A8343B2-0614-7582-97D5-FB7ABEBFBB8A}" dt="2025-09-30T18:26:14.667" v="77"/>
          <ac:graphicFrameMkLst>
            <pc:docMk/>
            <pc:sldMk cId="3209007192" sldId="265"/>
            <ac:graphicFrameMk id="40" creationId="{A4E50331-12D7-58AD-7CF6-656E48B356AC}"/>
          </ac:graphicFrameMkLst>
        </pc:graphicFrameChg>
        <pc:graphicFrameChg chg="add del mod modGraphic">
          <ac:chgData name="VELUTHEDATH JACOB, CHRISTA MARY" userId="S::cv4001@hw.ac.uk::b16ac241-ec6f-437a-ba25-157485fbc453" providerId="AD" clId="Web-{1A8343B2-0614-7582-97D5-FB7ABEBFBB8A}" dt="2025-09-30T18:26:46.652" v="91"/>
          <ac:graphicFrameMkLst>
            <pc:docMk/>
            <pc:sldMk cId="3209007192" sldId="265"/>
            <ac:graphicFrameMk id="46" creationId="{6E8B28DD-DA17-C017-F1AC-D94C673EAC0D}"/>
          </ac:graphicFrameMkLst>
        </pc:graphicFrameChg>
        <pc:graphicFrameChg chg="add del mod">
          <ac:chgData name="VELUTHEDATH JACOB, CHRISTA MARY" userId="S::cv4001@hw.ac.uk::b16ac241-ec6f-437a-ba25-157485fbc453" providerId="AD" clId="Web-{1A8343B2-0614-7582-97D5-FB7ABEBFBB8A}" dt="2025-09-30T18:28:14.919" v="105"/>
          <ac:graphicFrameMkLst>
            <pc:docMk/>
            <pc:sldMk cId="3209007192" sldId="265"/>
            <ac:graphicFrameMk id="57" creationId="{243D8DC6-D4D9-5128-885B-2D0774693AA4}"/>
          </ac:graphicFrameMkLst>
        </pc:graphicFrameChg>
        <pc:graphicFrameChg chg="add del mod">
          <ac:chgData name="VELUTHEDATH JACOB, CHRISTA MARY" userId="S::cv4001@hw.ac.uk::b16ac241-ec6f-437a-ba25-157485fbc453" providerId="AD" clId="Web-{1A8343B2-0614-7582-97D5-FB7ABEBFBB8A}" dt="2025-09-30T18:28:50.872" v="114"/>
          <ac:graphicFrameMkLst>
            <pc:docMk/>
            <pc:sldMk cId="3209007192" sldId="265"/>
            <ac:graphicFrameMk id="59" creationId="{3B179F52-9290-930D-B44F-F8FEF486D80C}"/>
          </ac:graphicFrameMkLst>
        </pc:graphicFrameChg>
        <pc:graphicFrameChg chg="add del mod modGraphic">
          <ac:chgData name="VELUTHEDATH JACOB, CHRISTA MARY" userId="S::cv4001@hw.ac.uk::b16ac241-ec6f-437a-ba25-157485fbc453" providerId="AD" clId="Web-{1A8343B2-0614-7582-97D5-FB7ABEBFBB8A}" dt="2025-09-30T18:29:12.888" v="121"/>
          <ac:graphicFrameMkLst>
            <pc:docMk/>
            <pc:sldMk cId="3209007192" sldId="265"/>
            <ac:graphicFrameMk id="65" creationId="{875B54AA-1AE8-6489-026F-DB29EBDF7661}"/>
          </ac:graphicFrameMkLst>
        </pc:graphicFrameChg>
      </pc:sldChg>
      <pc:sldChg chg="modSp mod modClrScheme chgLayout">
        <pc:chgData name="VELUTHEDATH JACOB, CHRISTA MARY" userId="S::cv4001@hw.ac.uk::b16ac241-ec6f-437a-ba25-157485fbc453" providerId="AD" clId="Web-{1A8343B2-0614-7582-97D5-FB7ABEBFBB8A}" dt="2025-09-30T18:28:33.856" v="112" actId="20577"/>
        <pc:sldMkLst>
          <pc:docMk/>
          <pc:sldMk cId="697961904" sldId="266"/>
        </pc:sldMkLst>
        <pc:spChg chg="mod ord">
          <ac:chgData name="VELUTHEDATH JACOB, CHRISTA MARY" userId="S::cv4001@hw.ac.uk::b16ac241-ec6f-437a-ba25-157485fbc453" providerId="AD" clId="Web-{1A8343B2-0614-7582-97D5-FB7ABEBFBB8A}" dt="2025-09-30T18:22:29.648" v="48"/>
          <ac:spMkLst>
            <pc:docMk/>
            <pc:sldMk cId="697961904" sldId="266"/>
            <ac:spMk id="2" creationId="{84AB1D38-9C55-FDD2-3F46-4842E26195D0}"/>
          </ac:spMkLst>
        </pc:spChg>
        <pc:spChg chg="mod ord">
          <ac:chgData name="VELUTHEDATH JACOB, CHRISTA MARY" userId="S::cv4001@hw.ac.uk::b16ac241-ec6f-437a-ba25-157485fbc453" providerId="AD" clId="Web-{1A8343B2-0614-7582-97D5-FB7ABEBFBB8A}" dt="2025-09-30T18:28:33.856" v="112" actId="20577"/>
          <ac:spMkLst>
            <pc:docMk/>
            <pc:sldMk cId="697961904" sldId="266"/>
            <ac:spMk id="3" creationId="{F436FE4C-E4B4-71AA-A6D8-CB9258FD77FC}"/>
          </ac:spMkLst>
        </pc:spChg>
      </pc:sldChg>
      <pc:sldChg chg="modSp new mod modClrScheme chgLayout">
        <pc:chgData name="VELUTHEDATH JACOB, CHRISTA MARY" userId="S::cv4001@hw.ac.uk::b16ac241-ec6f-437a-ba25-157485fbc453" providerId="AD" clId="Web-{1A8343B2-0614-7582-97D5-FB7ABEBFBB8A}" dt="2025-09-30T18:22:29.648" v="48"/>
        <pc:sldMkLst>
          <pc:docMk/>
          <pc:sldMk cId="632833226" sldId="267"/>
        </pc:sldMkLst>
        <pc:spChg chg="mod ord">
          <ac:chgData name="VELUTHEDATH JACOB, CHRISTA MARY" userId="S::cv4001@hw.ac.uk::b16ac241-ec6f-437a-ba25-157485fbc453" providerId="AD" clId="Web-{1A8343B2-0614-7582-97D5-FB7ABEBFBB8A}" dt="2025-09-30T18:22:29.648" v="48"/>
          <ac:spMkLst>
            <pc:docMk/>
            <pc:sldMk cId="632833226" sldId="267"/>
            <ac:spMk id="2" creationId="{634DA6FC-9876-F53F-A09C-D31D93F8959A}"/>
          </ac:spMkLst>
        </pc:spChg>
        <pc:spChg chg="mod ord">
          <ac:chgData name="VELUTHEDATH JACOB, CHRISTA MARY" userId="S::cv4001@hw.ac.uk::b16ac241-ec6f-437a-ba25-157485fbc453" providerId="AD" clId="Web-{1A8343B2-0614-7582-97D5-FB7ABEBFBB8A}" dt="2025-09-30T18:22:29.648" v="48"/>
          <ac:spMkLst>
            <pc:docMk/>
            <pc:sldMk cId="632833226" sldId="267"/>
            <ac:spMk id="3" creationId="{1A29C06A-179F-46AE-AFC5-E790E21A84B7}"/>
          </ac:spMkLst>
        </pc:spChg>
      </pc:sldChg>
      <pc:sldMasterChg chg="del delSldLayout">
        <pc:chgData name="VELUTHEDATH JACOB, CHRISTA MARY" userId="S::cv4001@hw.ac.uk::b16ac241-ec6f-437a-ba25-157485fbc453" providerId="AD" clId="Web-{1A8343B2-0614-7582-97D5-FB7ABEBFBB8A}" dt="2025-09-30T18:21:32.834" v="41"/>
        <pc:sldMasterMkLst>
          <pc:docMk/>
          <pc:sldMasterMk cId="2460954070" sldId="2147483660"/>
        </pc:sldMasterMkLst>
        <pc:sldLayoutChg chg="del">
          <pc:chgData name="VELUTHEDATH JACOB, CHRISTA MARY" userId="S::cv4001@hw.ac.uk::b16ac241-ec6f-437a-ba25-157485fbc453" providerId="AD" clId="Web-{1A8343B2-0614-7582-97D5-FB7ABEBFBB8A}" dt="2025-09-30T18:21:32.834" v="41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VELUTHEDATH JACOB, CHRISTA MARY" userId="S::cv4001@hw.ac.uk::b16ac241-ec6f-437a-ba25-157485fbc453" providerId="AD" clId="Web-{1A8343B2-0614-7582-97D5-FB7ABEBFBB8A}" dt="2025-09-30T18:21:32.834" v="41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VELUTHEDATH JACOB, CHRISTA MARY" userId="S::cv4001@hw.ac.uk::b16ac241-ec6f-437a-ba25-157485fbc453" providerId="AD" clId="Web-{1A8343B2-0614-7582-97D5-FB7ABEBFBB8A}" dt="2025-09-30T18:21:32.834" v="41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VELUTHEDATH JACOB, CHRISTA MARY" userId="S::cv4001@hw.ac.uk::b16ac241-ec6f-437a-ba25-157485fbc453" providerId="AD" clId="Web-{1A8343B2-0614-7582-97D5-FB7ABEBFBB8A}" dt="2025-09-30T18:21:32.834" v="41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VELUTHEDATH JACOB, CHRISTA MARY" userId="S::cv4001@hw.ac.uk::b16ac241-ec6f-437a-ba25-157485fbc453" providerId="AD" clId="Web-{1A8343B2-0614-7582-97D5-FB7ABEBFBB8A}" dt="2025-09-30T18:21:32.834" v="41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VELUTHEDATH JACOB, CHRISTA MARY" userId="S::cv4001@hw.ac.uk::b16ac241-ec6f-437a-ba25-157485fbc453" providerId="AD" clId="Web-{1A8343B2-0614-7582-97D5-FB7ABEBFBB8A}" dt="2025-09-30T18:21:32.834" v="41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VELUTHEDATH JACOB, CHRISTA MARY" userId="S::cv4001@hw.ac.uk::b16ac241-ec6f-437a-ba25-157485fbc453" providerId="AD" clId="Web-{1A8343B2-0614-7582-97D5-FB7ABEBFBB8A}" dt="2025-09-30T18:21:32.834" v="41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VELUTHEDATH JACOB, CHRISTA MARY" userId="S::cv4001@hw.ac.uk::b16ac241-ec6f-437a-ba25-157485fbc453" providerId="AD" clId="Web-{1A8343B2-0614-7582-97D5-FB7ABEBFBB8A}" dt="2025-09-30T18:21:32.834" v="41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VELUTHEDATH JACOB, CHRISTA MARY" userId="S::cv4001@hw.ac.uk::b16ac241-ec6f-437a-ba25-157485fbc453" providerId="AD" clId="Web-{1A8343B2-0614-7582-97D5-FB7ABEBFBB8A}" dt="2025-09-30T18:21:32.834" v="41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VELUTHEDATH JACOB, CHRISTA MARY" userId="S::cv4001@hw.ac.uk::b16ac241-ec6f-437a-ba25-157485fbc453" providerId="AD" clId="Web-{1A8343B2-0614-7582-97D5-FB7ABEBFBB8A}" dt="2025-09-30T18:21:32.834" v="41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VELUTHEDATH JACOB, CHRISTA MARY" userId="S::cv4001@hw.ac.uk::b16ac241-ec6f-437a-ba25-157485fbc453" providerId="AD" clId="Web-{1A8343B2-0614-7582-97D5-FB7ABEBFBB8A}" dt="2025-09-30T18:21:32.834" v="41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 modSldLayout">
        <pc:chgData name="VELUTHEDATH JACOB, CHRISTA MARY" userId="S::cv4001@hw.ac.uk::b16ac241-ec6f-437a-ba25-157485fbc453" providerId="AD" clId="Web-{1A8343B2-0614-7582-97D5-FB7ABEBFBB8A}" dt="2025-09-30T18:21:36.303" v="42"/>
        <pc:sldMasterMkLst>
          <pc:docMk/>
          <pc:sldMasterMk cId="1340449658" sldId="2147483672"/>
        </pc:sldMasterMkLst>
        <pc:sldLayoutChg chg="add del mod replId">
          <pc:chgData name="VELUTHEDATH JACOB, CHRISTA MARY" userId="S::cv4001@hw.ac.uk::b16ac241-ec6f-437a-ba25-157485fbc453" providerId="AD" clId="Web-{1A8343B2-0614-7582-97D5-FB7ABEBFBB8A}" dt="2025-09-30T18:21:36.303" v="42"/>
          <pc:sldLayoutMkLst>
            <pc:docMk/>
            <pc:sldMasterMk cId="1340449658" sldId="2147483672"/>
            <pc:sldLayoutMk cId="2806349723" sldId="2147483673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1:36.303" v="42"/>
          <pc:sldLayoutMkLst>
            <pc:docMk/>
            <pc:sldMasterMk cId="1340449658" sldId="2147483672"/>
            <pc:sldLayoutMk cId="2162319414" sldId="2147483674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1:36.303" v="42"/>
          <pc:sldLayoutMkLst>
            <pc:docMk/>
            <pc:sldMasterMk cId="1340449658" sldId="2147483672"/>
            <pc:sldLayoutMk cId="2868175246" sldId="2147483675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1:36.303" v="42"/>
          <pc:sldLayoutMkLst>
            <pc:docMk/>
            <pc:sldMasterMk cId="1340449658" sldId="2147483672"/>
            <pc:sldLayoutMk cId="85213658" sldId="2147483676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1:36.303" v="42"/>
          <pc:sldLayoutMkLst>
            <pc:docMk/>
            <pc:sldMasterMk cId="1340449658" sldId="2147483672"/>
            <pc:sldLayoutMk cId="3997198976" sldId="2147483677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1:36.303" v="42"/>
          <pc:sldLayoutMkLst>
            <pc:docMk/>
            <pc:sldMasterMk cId="1340449658" sldId="2147483672"/>
            <pc:sldLayoutMk cId="162050689" sldId="2147483678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1:36.303" v="42"/>
          <pc:sldLayoutMkLst>
            <pc:docMk/>
            <pc:sldMasterMk cId="1340449658" sldId="2147483672"/>
            <pc:sldLayoutMk cId="3544290160" sldId="2147483679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1:36.303" v="42"/>
          <pc:sldLayoutMkLst>
            <pc:docMk/>
            <pc:sldMasterMk cId="1340449658" sldId="2147483672"/>
            <pc:sldLayoutMk cId="3386279559" sldId="2147483680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1:36.303" v="42"/>
          <pc:sldLayoutMkLst>
            <pc:docMk/>
            <pc:sldMasterMk cId="1340449658" sldId="2147483672"/>
            <pc:sldLayoutMk cId="1677896796" sldId="2147483681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1:36.303" v="42"/>
          <pc:sldLayoutMkLst>
            <pc:docMk/>
            <pc:sldMasterMk cId="1340449658" sldId="2147483672"/>
            <pc:sldLayoutMk cId="2737437894" sldId="2147483682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1:36.303" v="42"/>
          <pc:sldLayoutMkLst>
            <pc:docMk/>
            <pc:sldMasterMk cId="1340449658" sldId="2147483672"/>
            <pc:sldLayoutMk cId="112690325" sldId="2147483683"/>
          </pc:sldLayoutMkLst>
        </pc:sldLayoutChg>
      </pc:sldMasterChg>
      <pc:sldMasterChg chg="add del addSldLayout delSldLayout modSldLayout">
        <pc:chgData name="VELUTHEDATH JACOB, CHRISTA MARY" userId="S::cv4001@hw.ac.uk::b16ac241-ec6f-437a-ba25-157485fbc453" providerId="AD" clId="Web-{1A8343B2-0614-7582-97D5-FB7ABEBFBB8A}" dt="2025-09-30T18:21:59.459" v="44"/>
        <pc:sldMasterMkLst>
          <pc:docMk/>
          <pc:sldMasterMk cId="2279892386" sldId="2147483684"/>
        </pc:sldMasterMkLst>
        <pc:sldLayoutChg chg="add del mod replId">
          <pc:chgData name="VELUTHEDATH JACOB, CHRISTA MARY" userId="S::cv4001@hw.ac.uk::b16ac241-ec6f-437a-ba25-157485fbc453" providerId="AD" clId="Web-{1A8343B2-0614-7582-97D5-FB7ABEBFBB8A}" dt="2025-09-30T18:21:59.459" v="44"/>
          <pc:sldLayoutMkLst>
            <pc:docMk/>
            <pc:sldMasterMk cId="2279892386" sldId="2147483684"/>
            <pc:sldLayoutMk cId="790128117" sldId="2147483685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1:59.459" v="44"/>
          <pc:sldLayoutMkLst>
            <pc:docMk/>
            <pc:sldMasterMk cId="2279892386" sldId="2147483684"/>
            <pc:sldLayoutMk cId="1616485724" sldId="2147483686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1:59.459" v="44"/>
          <pc:sldLayoutMkLst>
            <pc:docMk/>
            <pc:sldMasterMk cId="2279892386" sldId="2147483684"/>
            <pc:sldLayoutMk cId="4178340168" sldId="2147483687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1:59.459" v="44"/>
          <pc:sldLayoutMkLst>
            <pc:docMk/>
            <pc:sldMasterMk cId="2279892386" sldId="2147483684"/>
            <pc:sldLayoutMk cId="1257024264" sldId="2147483688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1:59.459" v="44"/>
          <pc:sldLayoutMkLst>
            <pc:docMk/>
            <pc:sldMasterMk cId="2279892386" sldId="2147483684"/>
            <pc:sldLayoutMk cId="1011083911" sldId="2147483689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1:59.459" v="44"/>
          <pc:sldLayoutMkLst>
            <pc:docMk/>
            <pc:sldMasterMk cId="2279892386" sldId="2147483684"/>
            <pc:sldLayoutMk cId="250390394" sldId="2147483690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1:59.459" v="44"/>
          <pc:sldLayoutMkLst>
            <pc:docMk/>
            <pc:sldMasterMk cId="2279892386" sldId="2147483684"/>
            <pc:sldLayoutMk cId="3990789345" sldId="2147483691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1:59.459" v="44"/>
          <pc:sldLayoutMkLst>
            <pc:docMk/>
            <pc:sldMasterMk cId="2279892386" sldId="2147483684"/>
            <pc:sldLayoutMk cId="3140081534" sldId="2147483692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1:59.459" v="44"/>
          <pc:sldLayoutMkLst>
            <pc:docMk/>
            <pc:sldMasterMk cId="2279892386" sldId="2147483684"/>
            <pc:sldLayoutMk cId="3011573549" sldId="2147483693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1:59.459" v="44"/>
          <pc:sldLayoutMkLst>
            <pc:docMk/>
            <pc:sldMasterMk cId="2279892386" sldId="2147483684"/>
            <pc:sldLayoutMk cId="1726908205" sldId="2147483694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1:59.459" v="44"/>
          <pc:sldLayoutMkLst>
            <pc:docMk/>
            <pc:sldMasterMk cId="2279892386" sldId="2147483684"/>
            <pc:sldLayoutMk cId="3591349768" sldId="2147483695"/>
          </pc:sldLayoutMkLst>
        </pc:sldLayoutChg>
      </pc:sldMasterChg>
      <pc:sldMasterChg chg="add del addSldLayout delSldLayout modSldLayout">
        <pc:chgData name="VELUTHEDATH JACOB, CHRISTA MARY" userId="S::cv4001@hw.ac.uk::b16ac241-ec6f-437a-ba25-157485fbc453" providerId="AD" clId="Web-{1A8343B2-0614-7582-97D5-FB7ABEBFBB8A}" dt="2025-09-30T18:22:18.507" v="45"/>
        <pc:sldMasterMkLst>
          <pc:docMk/>
          <pc:sldMasterMk cId="1224461865" sldId="2147483696"/>
        </pc:sldMasterMkLst>
        <pc:sldLayoutChg chg="add del mod replId">
          <pc:chgData name="VELUTHEDATH JACOB, CHRISTA MARY" userId="S::cv4001@hw.ac.uk::b16ac241-ec6f-437a-ba25-157485fbc453" providerId="AD" clId="Web-{1A8343B2-0614-7582-97D5-FB7ABEBFBB8A}" dt="2025-09-30T18:22:18.507" v="45"/>
          <pc:sldLayoutMkLst>
            <pc:docMk/>
            <pc:sldMasterMk cId="1224461865" sldId="2147483696"/>
            <pc:sldLayoutMk cId="420407104" sldId="2147483697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2:18.507" v="45"/>
          <pc:sldLayoutMkLst>
            <pc:docMk/>
            <pc:sldMasterMk cId="1224461865" sldId="2147483696"/>
            <pc:sldLayoutMk cId="4095684953" sldId="2147483698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2:18.507" v="45"/>
          <pc:sldLayoutMkLst>
            <pc:docMk/>
            <pc:sldMasterMk cId="1224461865" sldId="2147483696"/>
            <pc:sldLayoutMk cId="679835500" sldId="2147483699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2:18.507" v="45"/>
          <pc:sldLayoutMkLst>
            <pc:docMk/>
            <pc:sldMasterMk cId="1224461865" sldId="2147483696"/>
            <pc:sldLayoutMk cId="1990536945" sldId="2147483700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2:18.507" v="45"/>
          <pc:sldLayoutMkLst>
            <pc:docMk/>
            <pc:sldMasterMk cId="1224461865" sldId="2147483696"/>
            <pc:sldLayoutMk cId="3706488132" sldId="2147483701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2:18.507" v="45"/>
          <pc:sldLayoutMkLst>
            <pc:docMk/>
            <pc:sldMasterMk cId="1224461865" sldId="2147483696"/>
            <pc:sldLayoutMk cId="3052146887" sldId="2147483702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2:18.507" v="45"/>
          <pc:sldLayoutMkLst>
            <pc:docMk/>
            <pc:sldMasterMk cId="1224461865" sldId="2147483696"/>
            <pc:sldLayoutMk cId="2877418140" sldId="2147483703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2:18.507" v="45"/>
          <pc:sldLayoutMkLst>
            <pc:docMk/>
            <pc:sldMasterMk cId="1224461865" sldId="2147483696"/>
            <pc:sldLayoutMk cId="2141641932" sldId="2147483704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2:18.507" v="45"/>
          <pc:sldLayoutMkLst>
            <pc:docMk/>
            <pc:sldMasterMk cId="1224461865" sldId="2147483696"/>
            <pc:sldLayoutMk cId="2340330286" sldId="2147483705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2:18.507" v="45"/>
          <pc:sldLayoutMkLst>
            <pc:docMk/>
            <pc:sldMasterMk cId="1224461865" sldId="2147483696"/>
            <pc:sldLayoutMk cId="2025098686" sldId="2147483706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2:18.507" v="45"/>
          <pc:sldLayoutMkLst>
            <pc:docMk/>
            <pc:sldMasterMk cId="1224461865" sldId="2147483696"/>
            <pc:sldLayoutMk cId="2168778451" sldId="2147483707"/>
          </pc:sldLayoutMkLst>
        </pc:sldLayoutChg>
      </pc:sldMasterChg>
      <pc:sldMasterChg chg="add del addSldLayout delSldLayout modSldLayout">
        <pc:chgData name="VELUTHEDATH JACOB, CHRISTA MARY" userId="S::cv4001@hw.ac.uk::b16ac241-ec6f-437a-ba25-157485fbc453" providerId="AD" clId="Web-{1A8343B2-0614-7582-97D5-FB7ABEBFBB8A}" dt="2025-09-30T18:22:20.851" v="46"/>
        <pc:sldMasterMkLst>
          <pc:docMk/>
          <pc:sldMasterMk cId="125424397" sldId="2147483708"/>
        </pc:sldMasterMkLst>
        <pc:sldLayoutChg chg="add del mod replId">
          <pc:chgData name="VELUTHEDATH JACOB, CHRISTA MARY" userId="S::cv4001@hw.ac.uk::b16ac241-ec6f-437a-ba25-157485fbc453" providerId="AD" clId="Web-{1A8343B2-0614-7582-97D5-FB7ABEBFBB8A}" dt="2025-09-30T18:22:20.851" v="46"/>
          <pc:sldLayoutMkLst>
            <pc:docMk/>
            <pc:sldMasterMk cId="125424397" sldId="2147483708"/>
            <pc:sldLayoutMk cId="1735454467" sldId="2147483709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2:20.851" v="46"/>
          <pc:sldLayoutMkLst>
            <pc:docMk/>
            <pc:sldMasterMk cId="125424397" sldId="2147483708"/>
            <pc:sldLayoutMk cId="2867269427" sldId="2147483710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2:20.851" v="46"/>
          <pc:sldLayoutMkLst>
            <pc:docMk/>
            <pc:sldMasterMk cId="125424397" sldId="2147483708"/>
            <pc:sldLayoutMk cId="3350872207" sldId="2147483711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2:20.851" v="46"/>
          <pc:sldLayoutMkLst>
            <pc:docMk/>
            <pc:sldMasterMk cId="125424397" sldId="2147483708"/>
            <pc:sldLayoutMk cId="2210589156" sldId="2147483712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2:20.851" v="46"/>
          <pc:sldLayoutMkLst>
            <pc:docMk/>
            <pc:sldMasterMk cId="125424397" sldId="2147483708"/>
            <pc:sldLayoutMk cId="2909666119" sldId="2147483713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2:20.851" v="46"/>
          <pc:sldLayoutMkLst>
            <pc:docMk/>
            <pc:sldMasterMk cId="125424397" sldId="2147483708"/>
            <pc:sldLayoutMk cId="3482078343" sldId="2147483714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2:20.851" v="46"/>
          <pc:sldLayoutMkLst>
            <pc:docMk/>
            <pc:sldMasterMk cId="125424397" sldId="2147483708"/>
            <pc:sldLayoutMk cId="293999294" sldId="2147483715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2:20.851" v="46"/>
          <pc:sldLayoutMkLst>
            <pc:docMk/>
            <pc:sldMasterMk cId="125424397" sldId="2147483708"/>
            <pc:sldLayoutMk cId="1930796457" sldId="2147483716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2:20.851" v="46"/>
          <pc:sldLayoutMkLst>
            <pc:docMk/>
            <pc:sldMasterMk cId="125424397" sldId="2147483708"/>
            <pc:sldLayoutMk cId="3909876018" sldId="2147483717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2:20.851" v="46"/>
          <pc:sldLayoutMkLst>
            <pc:docMk/>
            <pc:sldMasterMk cId="125424397" sldId="2147483708"/>
            <pc:sldLayoutMk cId="4153374170" sldId="2147483718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2:20.851" v="46"/>
          <pc:sldLayoutMkLst>
            <pc:docMk/>
            <pc:sldMasterMk cId="125424397" sldId="2147483708"/>
            <pc:sldLayoutMk cId="2152179099" sldId="2147483719"/>
          </pc:sldLayoutMkLst>
        </pc:sldLayoutChg>
      </pc:sldMasterChg>
      <pc:sldMasterChg chg="add del addSldLayout delSldLayout modSldLayout">
        <pc:chgData name="VELUTHEDATH JACOB, CHRISTA MARY" userId="S::cv4001@hw.ac.uk::b16ac241-ec6f-437a-ba25-157485fbc453" providerId="AD" clId="Web-{1A8343B2-0614-7582-97D5-FB7ABEBFBB8A}" dt="2025-09-30T18:22:25.335" v="47"/>
        <pc:sldMasterMkLst>
          <pc:docMk/>
          <pc:sldMasterMk cId="3944104170" sldId="2147483720"/>
        </pc:sldMasterMkLst>
        <pc:sldLayoutChg chg="add del mod replId">
          <pc:chgData name="VELUTHEDATH JACOB, CHRISTA MARY" userId="S::cv4001@hw.ac.uk::b16ac241-ec6f-437a-ba25-157485fbc453" providerId="AD" clId="Web-{1A8343B2-0614-7582-97D5-FB7ABEBFBB8A}" dt="2025-09-30T18:22:25.335" v="47"/>
          <pc:sldLayoutMkLst>
            <pc:docMk/>
            <pc:sldMasterMk cId="3944104170" sldId="2147483720"/>
            <pc:sldLayoutMk cId="2822967063" sldId="2147483721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2:25.335" v="47"/>
          <pc:sldLayoutMkLst>
            <pc:docMk/>
            <pc:sldMasterMk cId="3944104170" sldId="2147483720"/>
            <pc:sldLayoutMk cId="30673611" sldId="2147483722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2:25.335" v="47"/>
          <pc:sldLayoutMkLst>
            <pc:docMk/>
            <pc:sldMasterMk cId="3944104170" sldId="2147483720"/>
            <pc:sldLayoutMk cId="99639655" sldId="2147483723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2:25.335" v="47"/>
          <pc:sldLayoutMkLst>
            <pc:docMk/>
            <pc:sldMasterMk cId="3944104170" sldId="2147483720"/>
            <pc:sldLayoutMk cId="1039633743" sldId="2147483724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2:25.335" v="47"/>
          <pc:sldLayoutMkLst>
            <pc:docMk/>
            <pc:sldMasterMk cId="3944104170" sldId="2147483720"/>
            <pc:sldLayoutMk cId="1604812716" sldId="2147483725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2:25.335" v="47"/>
          <pc:sldLayoutMkLst>
            <pc:docMk/>
            <pc:sldMasterMk cId="3944104170" sldId="2147483720"/>
            <pc:sldLayoutMk cId="626443053" sldId="2147483726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2:25.335" v="47"/>
          <pc:sldLayoutMkLst>
            <pc:docMk/>
            <pc:sldMasterMk cId="3944104170" sldId="2147483720"/>
            <pc:sldLayoutMk cId="2251898287" sldId="2147483727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2:25.335" v="47"/>
          <pc:sldLayoutMkLst>
            <pc:docMk/>
            <pc:sldMasterMk cId="3944104170" sldId="2147483720"/>
            <pc:sldLayoutMk cId="706619766" sldId="2147483728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2:25.335" v="47"/>
          <pc:sldLayoutMkLst>
            <pc:docMk/>
            <pc:sldMasterMk cId="3944104170" sldId="2147483720"/>
            <pc:sldLayoutMk cId="2500093985" sldId="2147483729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2:25.335" v="47"/>
          <pc:sldLayoutMkLst>
            <pc:docMk/>
            <pc:sldMasterMk cId="3944104170" sldId="2147483720"/>
            <pc:sldLayoutMk cId="3462836789" sldId="2147483730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2:25.335" v="47"/>
          <pc:sldLayoutMkLst>
            <pc:docMk/>
            <pc:sldMasterMk cId="3944104170" sldId="2147483720"/>
            <pc:sldLayoutMk cId="206534442" sldId="2147483731"/>
          </pc:sldLayoutMkLst>
        </pc:sldLayoutChg>
      </pc:sldMasterChg>
      <pc:sldMasterChg chg="add del addSldLayout delSldLayout modSldLayout">
        <pc:chgData name="VELUTHEDATH JACOB, CHRISTA MARY" userId="S::cv4001@hw.ac.uk::b16ac241-ec6f-437a-ba25-157485fbc453" providerId="AD" clId="Web-{1A8343B2-0614-7582-97D5-FB7ABEBFBB8A}" dt="2025-09-30T18:22:29.648" v="48"/>
        <pc:sldMasterMkLst>
          <pc:docMk/>
          <pc:sldMasterMk cId="1435269364" sldId="2147483732"/>
        </pc:sldMasterMkLst>
        <pc:sldLayoutChg chg="add del mod replId">
          <pc:chgData name="VELUTHEDATH JACOB, CHRISTA MARY" userId="S::cv4001@hw.ac.uk::b16ac241-ec6f-437a-ba25-157485fbc453" providerId="AD" clId="Web-{1A8343B2-0614-7582-97D5-FB7ABEBFBB8A}" dt="2025-09-30T18:22:29.648" v="48"/>
          <pc:sldLayoutMkLst>
            <pc:docMk/>
            <pc:sldMasterMk cId="1435269364" sldId="2147483732"/>
            <pc:sldLayoutMk cId="3383612353" sldId="2147483733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2:29.648" v="48"/>
          <pc:sldLayoutMkLst>
            <pc:docMk/>
            <pc:sldMasterMk cId="1435269364" sldId="2147483732"/>
            <pc:sldLayoutMk cId="4206325375" sldId="2147483734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2:29.648" v="48"/>
          <pc:sldLayoutMkLst>
            <pc:docMk/>
            <pc:sldMasterMk cId="1435269364" sldId="2147483732"/>
            <pc:sldLayoutMk cId="2132209254" sldId="2147483735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2:29.648" v="48"/>
          <pc:sldLayoutMkLst>
            <pc:docMk/>
            <pc:sldMasterMk cId="1435269364" sldId="2147483732"/>
            <pc:sldLayoutMk cId="601911251" sldId="2147483736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2:29.648" v="48"/>
          <pc:sldLayoutMkLst>
            <pc:docMk/>
            <pc:sldMasterMk cId="1435269364" sldId="2147483732"/>
            <pc:sldLayoutMk cId="568651981" sldId="2147483737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2:29.648" v="48"/>
          <pc:sldLayoutMkLst>
            <pc:docMk/>
            <pc:sldMasterMk cId="1435269364" sldId="2147483732"/>
            <pc:sldLayoutMk cId="337128466" sldId="2147483738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2:29.648" v="48"/>
          <pc:sldLayoutMkLst>
            <pc:docMk/>
            <pc:sldMasterMk cId="1435269364" sldId="2147483732"/>
            <pc:sldLayoutMk cId="710884481" sldId="2147483739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2:29.648" v="48"/>
          <pc:sldLayoutMkLst>
            <pc:docMk/>
            <pc:sldMasterMk cId="1435269364" sldId="2147483732"/>
            <pc:sldLayoutMk cId="3280071279" sldId="2147483740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2:29.648" v="48"/>
          <pc:sldLayoutMkLst>
            <pc:docMk/>
            <pc:sldMasterMk cId="1435269364" sldId="2147483732"/>
            <pc:sldLayoutMk cId="3104272271" sldId="2147483741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2:29.648" v="48"/>
          <pc:sldLayoutMkLst>
            <pc:docMk/>
            <pc:sldMasterMk cId="1435269364" sldId="2147483732"/>
            <pc:sldLayoutMk cId="2386871803" sldId="2147483742"/>
          </pc:sldLayoutMkLst>
        </pc:sldLayoutChg>
        <pc:sldLayoutChg chg="add del mod replId">
          <pc:chgData name="VELUTHEDATH JACOB, CHRISTA MARY" userId="S::cv4001@hw.ac.uk::b16ac241-ec6f-437a-ba25-157485fbc453" providerId="AD" clId="Web-{1A8343B2-0614-7582-97D5-FB7ABEBFBB8A}" dt="2025-09-30T18:22:29.648" v="48"/>
          <pc:sldLayoutMkLst>
            <pc:docMk/>
            <pc:sldMasterMk cId="1435269364" sldId="2147483732"/>
            <pc:sldLayoutMk cId="4236610719" sldId="2147483743"/>
          </pc:sldLayoutMkLst>
        </pc:sldLayoutChg>
      </pc:sldMasterChg>
      <pc:sldMasterChg chg="add addSldLayout modSldLayout">
        <pc:chgData name="VELUTHEDATH JACOB, CHRISTA MARY" userId="S::cv4001@hw.ac.uk::b16ac241-ec6f-437a-ba25-157485fbc453" providerId="AD" clId="Web-{1A8343B2-0614-7582-97D5-FB7ABEBFBB8A}" dt="2025-09-30T18:22:29.648" v="48"/>
        <pc:sldMasterMkLst>
          <pc:docMk/>
          <pc:sldMasterMk cId="3189568103" sldId="2147483744"/>
        </pc:sldMasterMkLst>
        <pc:sldLayoutChg chg="add mod replId">
          <pc:chgData name="VELUTHEDATH JACOB, CHRISTA MARY" userId="S::cv4001@hw.ac.uk::b16ac241-ec6f-437a-ba25-157485fbc453" providerId="AD" clId="Web-{1A8343B2-0614-7582-97D5-FB7ABEBFBB8A}" dt="2025-09-30T18:22:29.648" v="48"/>
          <pc:sldLayoutMkLst>
            <pc:docMk/>
            <pc:sldMasterMk cId="3189568103" sldId="2147483744"/>
            <pc:sldLayoutMk cId="3825202226" sldId="2147483745"/>
          </pc:sldLayoutMkLst>
        </pc:sldLayoutChg>
        <pc:sldLayoutChg chg="add mod replId">
          <pc:chgData name="VELUTHEDATH JACOB, CHRISTA MARY" userId="S::cv4001@hw.ac.uk::b16ac241-ec6f-437a-ba25-157485fbc453" providerId="AD" clId="Web-{1A8343B2-0614-7582-97D5-FB7ABEBFBB8A}" dt="2025-09-30T18:22:29.648" v="48"/>
          <pc:sldLayoutMkLst>
            <pc:docMk/>
            <pc:sldMasterMk cId="3189568103" sldId="2147483744"/>
            <pc:sldLayoutMk cId="2199873215" sldId="2147483746"/>
          </pc:sldLayoutMkLst>
        </pc:sldLayoutChg>
        <pc:sldLayoutChg chg="add mod replId">
          <pc:chgData name="VELUTHEDATH JACOB, CHRISTA MARY" userId="S::cv4001@hw.ac.uk::b16ac241-ec6f-437a-ba25-157485fbc453" providerId="AD" clId="Web-{1A8343B2-0614-7582-97D5-FB7ABEBFBB8A}" dt="2025-09-30T18:22:29.648" v="48"/>
          <pc:sldLayoutMkLst>
            <pc:docMk/>
            <pc:sldMasterMk cId="3189568103" sldId="2147483744"/>
            <pc:sldLayoutMk cId="2762816868" sldId="2147483747"/>
          </pc:sldLayoutMkLst>
        </pc:sldLayoutChg>
        <pc:sldLayoutChg chg="add mod replId">
          <pc:chgData name="VELUTHEDATH JACOB, CHRISTA MARY" userId="S::cv4001@hw.ac.uk::b16ac241-ec6f-437a-ba25-157485fbc453" providerId="AD" clId="Web-{1A8343B2-0614-7582-97D5-FB7ABEBFBB8A}" dt="2025-09-30T18:22:29.648" v="48"/>
          <pc:sldLayoutMkLst>
            <pc:docMk/>
            <pc:sldMasterMk cId="3189568103" sldId="2147483744"/>
            <pc:sldLayoutMk cId="848046767" sldId="2147483748"/>
          </pc:sldLayoutMkLst>
        </pc:sldLayoutChg>
        <pc:sldLayoutChg chg="add mod replId">
          <pc:chgData name="VELUTHEDATH JACOB, CHRISTA MARY" userId="S::cv4001@hw.ac.uk::b16ac241-ec6f-437a-ba25-157485fbc453" providerId="AD" clId="Web-{1A8343B2-0614-7582-97D5-FB7ABEBFBB8A}" dt="2025-09-30T18:22:29.648" v="48"/>
          <pc:sldLayoutMkLst>
            <pc:docMk/>
            <pc:sldMasterMk cId="3189568103" sldId="2147483744"/>
            <pc:sldLayoutMk cId="1840875911" sldId="2147483749"/>
          </pc:sldLayoutMkLst>
        </pc:sldLayoutChg>
        <pc:sldLayoutChg chg="add mod replId">
          <pc:chgData name="VELUTHEDATH JACOB, CHRISTA MARY" userId="S::cv4001@hw.ac.uk::b16ac241-ec6f-437a-ba25-157485fbc453" providerId="AD" clId="Web-{1A8343B2-0614-7582-97D5-FB7ABEBFBB8A}" dt="2025-09-30T18:22:29.648" v="48"/>
          <pc:sldLayoutMkLst>
            <pc:docMk/>
            <pc:sldMasterMk cId="3189568103" sldId="2147483744"/>
            <pc:sldLayoutMk cId="742351829" sldId="2147483750"/>
          </pc:sldLayoutMkLst>
        </pc:sldLayoutChg>
        <pc:sldLayoutChg chg="add mod replId">
          <pc:chgData name="VELUTHEDATH JACOB, CHRISTA MARY" userId="S::cv4001@hw.ac.uk::b16ac241-ec6f-437a-ba25-157485fbc453" providerId="AD" clId="Web-{1A8343B2-0614-7582-97D5-FB7ABEBFBB8A}" dt="2025-09-30T18:22:29.648" v="48"/>
          <pc:sldLayoutMkLst>
            <pc:docMk/>
            <pc:sldMasterMk cId="3189568103" sldId="2147483744"/>
            <pc:sldLayoutMk cId="2099036468" sldId="2147483751"/>
          </pc:sldLayoutMkLst>
        </pc:sldLayoutChg>
        <pc:sldLayoutChg chg="add mod replId">
          <pc:chgData name="VELUTHEDATH JACOB, CHRISTA MARY" userId="S::cv4001@hw.ac.uk::b16ac241-ec6f-437a-ba25-157485fbc453" providerId="AD" clId="Web-{1A8343B2-0614-7582-97D5-FB7ABEBFBB8A}" dt="2025-09-30T18:22:29.648" v="48"/>
          <pc:sldLayoutMkLst>
            <pc:docMk/>
            <pc:sldMasterMk cId="3189568103" sldId="2147483744"/>
            <pc:sldLayoutMk cId="1418832534" sldId="2147483752"/>
          </pc:sldLayoutMkLst>
        </pc:sldLayoutChg>
        <pc:sldLayoutChg chg="add mod replId">
          <pc:chgData name="VELUTHEDATH JACOB, CHRISTA MARY" userId="S::cv4001@hw.ac.uk::b16ac241-ec6f-437a-ba25-157485fbc453" providerId="AD" clId="Web-{1A8343B2-0614-7582-97D5-FB7ABEBFBB8A}" dt="2025-09-30T18:22:29.648" v="48"/>
          <pc:sldLayoutMkLst>
            <pc:docMk/>
            <pc:sldMasterMk cId="3189568103" sldId="2147483744"/>
            <pc:sldLayoutMk cId="1525545309" sldId="2147483753"/>
          </pc:sldLayoutMkLst>
        </pc:sldLayoutChg>
        <pc:sldLayoutChg chg="add mod replId">
          <pc:chgData name="VELUTHEDATH JACOB, CHRISTA MARY" userId="S::cv4001@hw.ac.uk::b16ac241-ec6f-437a-ba25-157485fbc453" providerId="AD" clId="Web-{1A8343B2-0614-7582-97D5-FB7ABEBFBB8A}" dt="2025-09-30T18:22:29.648" v="48"/>
          <pc:sldLayoutMkLst>
            <pc:docMk/>
            <pc:sldMasterMk cId="3189568103" sldId="2147483744"/>
            <pc:sldLayoutMk cId="1243411387" sldId="2147483754"/>
          </pc:sldLayoutMkLst>
        </pc:sldLayoutChg>
        <pc:sldLayoutChg chg="add mod replId">
          <pc:chgData name="VELUTHEDATH JACOB, CHRISTA MARY" userId="S::cv4001@hw.ac.uk::b16ac241-ec6f-437a-ba25-157485fbc453" providerId="AD" clId="Web-{1A8343B2-0614-7582-97D5-FB7ABEBFBB8A}" dt="2025-09-30T18:22:29.648" v="48"/>
          <pc:sldLayoutMkLst>
            <pc:docMk/>
            <pc:sldMasterMk cId="3189568103" sldId="2147483744"/>
            <pc:sldLayoutMk cId="2300455996" sldId="2147483755"/>
          </pc:sldLayoutMkLst>
        </pc:sldLayoutChg>
      </pc:sldMasterChg>
    </pc:docChg>
  </pc:docChgLst>
  <pc:docChgLst>
    <pc:chgData name="Nthiwa, Mercy" userId="S::mmn4000@hw.ac.uk::a0decf84-4928-4cbe-a303-41f34db7d9be" providerId="AD" clId="Web-{CF1DC574-F941-52E9-9DB0-5BEE1CB5FF77}"/>
    <pc:docChg chg="addSld delSld modSld sldOrd">
      <pc:chgData name="Nthiwa, Mercy" userId="S::mmn4000@hw.ac.uk::a0decf84-4928-4cbe-a303-41f34db7d9be" providerId="AD" clId="Web-{CF1DC574-F941-52E9-9DB0-5BEE1CB5FF77}" dt="2025-09-25T23:09:11.334" v="54"/>
      <pc:docMkLst>
        <pc:docMk/>
      </pc:docMkLst>
      <pc:sldChg chg="addSp delSp modSp new mod setBg">
        <pc:chgData name="Nthiwa, Mercy" userId="S::mmn4000@hw.ac.uk::a0decf84-4928-4cbe-a303-41f34db7d9be" providerId="AD" clId="Web-{CF1DC574-F941-52E9-9DB0-5BEE1CB5FF77}" dt="2025-09-25T23:09:11.334" v="54"/>
        <pc:sldMkLst>
          <pc:docMk/>
          <pc:sldMk cId="3209007192" sldId="265"/>
        </pc:sldMkLst>
        <pc:spChg chg="mod">
          <ac:chgData name="Nthiwa, Mercy" userId="S::mmn4000@hw.ac.uk::a0decf84-4928-4cbe-a303-41f34db7d9be" providerId="AD" clId="Web-{CF1DC574-F941-52E9-9DB0-5BEE1CB5FF77}" dt="2025-09-25T23:09:11.334" v="54"/>
          <ac:spMkLst>
            <pc:docMk/>
            <pc:sldMk cId="3209007192" sldId="265"/>
            <ac:spMk id="2" creationId="{6AE8C90B-EF0F-5787-BBDF-A00701E81C88}"/>
          </ac:spMkLst>
        </pc:spChg>
      </pc:sldChg>
    </pc:docChg>
  </pc:docChgLst>
  <pc:docChgLst>
    <pc:chgData clId="Web-{4D427FEF-BBAF-F414-5EAC-7860B46865B7}"/>
    <pc:docChg chg="modSld">
      <pc:chgData name="" userId="" providerId="" clId="Web-{4D427FEF-BBAF-F414-5EAC-7860B46865B7}" dt="2025-09-30T18:29:27.262" v="2" actId="20577"/>
      <pc:docMkLst>
        <pc:docMk/>
      </pc:docMkLst>
      <pc:sldChg chg="modSp">
        <pc:chgData name="" userId="" providerId="" clId="Web-{4D427FEF-BBAF-F414-5EAC-7860B46865B7}" dt="2025-09-30T18:29:27.262" v="2" actId="20577"/>
        <pc:sldMkLst>
          <pc:docMk/>
          <pc:sldMk cId="697961904" sldId="266"/>
        </pc:sldMkLst>
        <pc:spChg chg="mod">
          <ac:chgData name="" userId="" providerId="" clId="Web-{4D427FEF-BBAF-F414-5EAC-7860B46865B7}" dt="2025-09-30T18:29:27.262" v="2" actId="20577"/>
          <ac:spMkLst>
            <pc:docMk/>
            <pc:sldMk cId="697961904" sldId="266"/>
            <ac:spMk id="3" creationId="{F436FE4C-E4B4-71AA-A6D8-CB9258FD77FC}"/>
          </ac:spMkLst>
        </pc:spChg>
      </pc:sldChg>
    </pc:docChg>
  </pc:docChgLst>
  <pc:docChgLst>
    <pc:chgData name="Nthiwa, Mercy" userId="S::mmn4000@hw.ac.uk::a0decf84-4928-4cbe-a303-41f34db7d9be" providerId="AD" clId="Web-{1795848B-A1B8-B4B6-5C05-DD10CD1D9F41}"/>
    <pc:docChg chg="modSld">
      <pc:chgData name="Nthiwa, Mercy" userId="S::mmn4000@hw.ac.uk::a0decf84-4928-4cbe-a303-41f34db7d9be" providerId="AD" clId="Web-{1795848B-A1B8-B4B6-5C05-DD10CD1D9F41}" dt="2025-09-30T20:42:59.770" v="3"/>
      <pc:docMkLst>
        <pc:docMk/>
      </pc:docMkLst>
      <pc:sldChg chg="addSp delSp modSp">
        <pc:chgData name="Nthiwa, Mercy" userId="S::mmn4000@hw.ac.uk::a0decf84-4928-4cbe-a303-41f34db7d9be" providerId="AD" clId="Web-{1795848B-A1B8-B4B6-5C05-DD10CD1D9F41}" dt="2025-09-30T20:42:59.770" v="3"/>
        <pc:sldMkLst>
          <pc:docMk/>
          <pc:sldMk cId="3209007192" sldId="265"/>
        </pc:sldMkLst>
        <pc:spChg chg="mod">
          <ac:chgData name="Nthiwa, Mercy" userId="S::mmn4000@hw.ac.uk::a0decf84-4928-4cbe-a303-41f34db7d9be" providerId="AD" clId="Web-{1795848B-A1B8-B4B6-5C05-DD10CD1D9F41}" dt="2025-09-30T20:42:59.770" v="3"/>
          <ac:spMkLst>
            <pc:docMk/>
            <pc:sldMk cId="3209007192" sldId="265"/>
            <ac:spMk id="68" creationId="{C995569A-B83B-B171-6DB8-D4B63B371EC9}"/>
          </ac:spMkLst>
        </pc:spChg>
        <pc:spChg chg="mod">
          <ac:chgData name="Nthiwa, Mercy" userId="S::mmn4000@hw.ac.uk::a0decf84-4928-4cbe-a303-41f34db7d9be" providerId="AD" clId="Web-{1795848B-A1B8-B4B6-5C05-DD10CD1D9F41}" dt="2025-09-30T20:42:59.770" v="3"/>
          <ac:spMkLst>
            <pc:docMk/>
            <pc:sldMk cId="3209007192" sldId="265"/>
            <ac:spMk id="72" creationId="{582652E7-AA20-61D7-B6C3-48FD4A46A929}"/>
          </ac:spMkLst>
        </pc:spChg>
        <pc:spChg chg="mod">
          <ac:chgData name="Nthiwa, Mercy" userId="S::mmn4000@hw.ac.uk::a0decf84-4928-4cbe-a303-41f34db7d9be" providerId="AD" clId="Web-{1795848B-A1B8-B4B6-5C05-DD10CD1D9F41}" dt="2025-09-30T20:42:59.770" v="3"/>
          <ac:spMkLst>
            <pc:docMk/>
            <pc:sldMk cId="3209007192" sldId="265"/>
            <ac:spMk id="78" creationId="{49DC478A-17CB-1506-42F0-2FFF9AD65743}"/>
          </ac:spMkLst>
        </pc:spChg>
        <pc:picChg chg="del">
          <ac:chgData name="Nthiwa, Mercy" userId="S::mmn4000@hw.ac.uk::a0decf84-4928-4cbe-a303-41f34db7d9be" providerId="AD" clId="Web-{1795848B-A1B8-B4B6-5C05-DD10CD1D9F41}" dt="2025-09-30T20:42:15.942" v="0"/>
          <ac:picMkLst>
            <pc:docMk/>
            <pc:sldMk cId="3209007192" sldId="265"/>
            <ac:picMk id="4" creationId="{1E7BB56E-64CD-B3C4-EB86-562081B4D6C1}"/>
          </ac:picMkLst>
        </pc:picChg>
        <pc:picChg chg="add mod ord">
          <ac:chgData name="Nthiwa, Mercy" userId="S::mmn4000@hw.ac.uk::a0decf84-4928-4cbe-a303-41f34db7d9be" providerId="AD" clId="Web-{1795848B-A1B8-B4B6-5C05-DD10CD1D9F41}" dt="2025-09-30T20:42:59.770" v="3"/>
          <ac:picMkLst>
            <pc:docMk/>
            <pc:sldMk cId="3209007192" sldId="265"/>
            <ac:picMk id="5" creationId="{2CB53D22-C544-AE95-ABAC-17587B51FD39}"/>
          </ac:picMkLst>
        </pc:picChg>
      </pc:sldChg>
    </pc:docChg>
  </pc:docChgLst>
  <pc:docChgLst>
    <pc:chgData name="Nthiwa, Mercy" userId="S::mmn4000@hw.ac.uk::a0decf84-4928-4cbe-a303-41f34db7d9be" providerId="AD" clId="Web-{732FDA02-D9C3-653B-BDAB-11F0E843C329}"/>
    <pc:docChg chg="addSld delSld modSld">
      <pc:chgData name="Nthiwa, Mercy" userId="S::mmn4000@hw.ac.uk::a0decf84-4928-4cbe-a303-41f34db7d9be" providerId="AD" clId="Web-{732FDA02-D9C3-653B-BDAB-11F0E843C329}" dt="2025-09-30T00:17:12.149" v="775" actId="20577"/>
      <pc:docMkLst>
        <pc:docMk/>
      </pc:docMkLst>
      <pc:sldChg chg="modSp">
        <pc:chgData name="Nthiwa, Mercy" userId="S::mmn4000@hw.ac.uk::a0decf84-4928-4cbe-a303-41f34db7d9be" providerId="AD" clId="Web-{732FDA02-D9C3-653B-BDAB-11F0E843C329}" dt="2025-09-30T00:15:53.428" v="756" actId="20577"/>
        <pc:sldMkLst>
          <pc:docMk/>
          <pc:sldMk cId="4258090687" sldId="260"/>
        </pc:sldMkLst>
        <pc:spChg chg="mod">
          <ac:chgData name="Nthiwa, Mercy" userId="S::mmn4000@hw.ac.uk::a0decf84-4928-4cbe-a303-41f34db7d9be" providerId="AD" clId="Web-{732FDA02-D9C3-653B-BDAB-11F0E843C329}" dt="2025-09-30T00:15:53.428" v="756" actId="20577"/>
          <ac:spMkLst>
            <pc:docMk/>
            <pc:sldMk cId="4258090687" sldId="260"/>
            <ac:spMk id="3" creationId="{973C05B1-5685-B80A-0971-40F0767D1056}"/>
          </ac:spMkLst>
        </pc:spChg>
      </pc:sldChg>
      <pc:sldChg chg="addSp delSp modSp">
        <pc:chgData name="Nthiwa, Mercy" userId="S::mmn4000@hw.ac.uk::a0decf84-4928-4cbe-a303-41f34db7d9be" providerId="AD" clId="Web-{732FDA02-D9C3-653B-BDAB-11F0E843C329}" dt="2025-09-30T00:16:27.632" v="770" actId="20577"/>
        <pc:sldMkLst>
          <pc:docMk/>
          <pc:sldMk cId="1879784505" sldId="264"/>
        </pc:sldMkLst>
        <pc:spChg chg="mod">
          <ac:chgData name="Nthiwa, Mercy" userId="S::mmn4000@hw.ac.uk::a0decf84-4928-4cbe-a303-41f34db7d9be" providerId="AD" clId="Web-{732FDA02-D9C3-653B-BDAB-11F0E843C329}" dt="2025-09-30T00:16:27.632" v="770" actId="20577"/>
          <ac:spMkLst>
            <pc:docMk/>
            <pc:sldMk cId="1879784505" sldId="264"/>
            <ac:spMk id="2" creationId="{535110E3-2504-9C4B-5D65-B521B1D8C2F0}"/>
          </ac:spMkLst>
        </pc:spChg>
        <pc:spChg chg="add del mod">
          <ac:chgData name="Nthiwa, Mercy" userId="S::mmn4000@hw.ac.uk::a0decf84-4928-4cbe-a303-41f34db7d9be" providerId="AD" clId="Web-{732FDA02-D9C3-653B-BDAB-11F0E843C329}" dt="2025-09-30T00:14:11.565" v="714"/>
          <ac:spMkLst>
            <pc:docMk/>
            <pc:sldMk cId="1879784505" sldId="264"/>
            <ac:spMk id="3" creationId="{01B3A8BB-6FA7-EC3C-28E1-577A36E431F8}"/>
          </ac:spMkLst>
        </pc:spChg>
      </pc:sldChg>
      <pc:sldChg chg="addSp delSp modSp mod setBg">
        <pc:chgData name="Nthiwa, Mercy" userId="S::mmn4000@hw.ac.uk::a0decf84-4928-4cbe-a303-41f34db7d9be" providerId="AD" clId="Web-{732FDA02-D9C3-653B-BDAB-11F0E843C329}" dt="2025-09-29T23:58:59.478" v="686"/>
        <pc:sldMkLst>
          <pc:docMk/>
          <pc:sldMk cId="3209007192" sldId="265"/>
        </pc:sldMkLst>
        <pc:spChg chg="mod">
          <ac:chgData name="Nthiwa, Mercy" userId="S::mmn4000@hw.ac.uk::a0decf84-4928-4cbe-a303-41f34db7d9be" providerId="AD" clId="Web-{732FDA02-D9C3-653B-BDAB-11F0E843C329}" dt="2025-09-29T23:56:12.347" v="673"/>
          <ac:spMkLst>
            <pc:docMk/>
            <pc:sldMk cId="3209007192" sldId="265"/>
            <ac:spMk id="2" creationId="{6AE8C90B-EF0F-5787-BBDF-A00701E81C88}"/>
          </ac:spMkLst>
        </pc:spChg>
        <pc:spChg chg="mod">
          <ac:chgData name="Nthiwa, Mercy" userId="S::mmn4000@hw.ac.uk::a0decf84-4928-4cbe-a303-41f34db7d9be" providerId="AD" clId="Web-{732FDA02-D9C3-653B-BDAB-11F0E843C329}" dt="2025-09-29T23:58:17.117" v="682" actId="20577"/>
          <ac:spMkLst>
            <pc:docMk/>
            <pc:sldMk cId="3209007192" sldId="265"/>
            <ac:spMk id="3" creationId="{F3BBF1B5-98C6-9737-55FC-631E55C8C67E}"/>
          </ac:spMkLst>
        </pc:spChg>
      </pc:sldChg>
      <pc:sldChg chg="modSp add replId">
        <pc:chgData name="Nthiwa, Mercy" userId="S::mmn4000@hw.ac.uk::a0decf84-4928-4cbe-a303-41f34db7d9be" providerId="AD" clId="Web-{732FDA02-D9C3-653B-BDAB-11F0E843C329}" dt="2025-09-30T00:17:12.149" v="775" actId="20577"/>
        <pc:sldMkLst>
          <pc:docMk/>
          <pc:sldMk cId="697961904" sldId="266"/>
        </pc:sldMkLst>
        <pc:spChg chg="mod">
          <ac:chgData name="Nthiwa, Mercy" userId="S::mmn4000@hw.ac.uk::a0decf84-4928-4cbe-a303-41f34db7d9be" providerId="AD" clId="Web-{732FDA02-D9C3-653B-BDAB-11F0E843C329}" dt="2025-09-30T00:17:12.149" v="775" actId="20577"/>
          <ac:spMkLst>
            <pc:docMk/>
            <pc:sldMk cId="697961904" sldId="266"/>
            <ac:spMk id="3" creationId="{F436FE4C-E4B4-71AA-A6D8-CB9258FD77FC}"/>
          </ac:spMkLst>
        </pc:spChg>
      </pc:sldChg>
    </pc:docChg>
  </pc:docChgLst>
  <pc:docChgLst>
    <pc:chgData name="Linan, Oriol" userId="S::ol4006@hw.ac.uk::e14389dc-3545-4d18-960d-aafc4314028d" providerId="AD" clId="Web-{40E27B8A-68C3-01E3-5026-CF7BF28EA244}"/>
    <pc:docChg chg="modSld">
      <pc:chgData name="Linan, Oriol" userId="S::ol4006@hw.ac.uk::e14389dc-3545-4d18-960d-aafc4314028d" providerId="AD" clId="Web-{40E27B8A-68C3-01E3-5026-CF7BF28EA244}" dt="2025-10-01T11:33:42.333" v="216" actId="1076"/>
      <pc:docMkLst>
        <pc:docMk/>
      </pc:docMkLst>
      <pc:sldChg chg="modSp">
        <pc:chgData name="Linan, Oriol" userId="S::ol4006@hw.ac.uk::e14389dc-3545-4d18-960d-aafc4314028d" providerId="AD" clId="Web-{40E27B8A-68C3-01E3-5026-CF7BF28EA244}" dt="2025-10-01T11:29:16.620" v="168" actId="1076"/>
        <pc:sldMkLst>
          <pc:docMk/>
          <pc:sldMk cId="3833799027" sldId="258"/>
        </pc:sldMkLst>
        <pc:spChg chg="mod">
          <ac:chgData name="Linan, Oriol" userId="S::ol4006@hw.ac.uk::e14389dc-3545-4d18-960d-aafc4314028d" providerId="AD" clId="Web-{40E27B8A-68C3-01E3-5026-CF7BF28EA244}" dt="2025-10-01T11:29:11.666" v="167" actId="1076"/>
          <ac:spMkLst>
            <pc:docMk/>
            <pc:sldMk cId="3833799027" sldId="258"/>
            <ac:spMk id="2" creationId="{3274DAAC-DF36-B529-2A74-7EF23470CB87}"/>
          </ac:spMkLst>
        </pc:spChg>
        <pc:spChg chg="mod">
          <ac:chgData name="Linan, Oriol" userId="S::ol4006@hw.ac.uk::e14389dc-3545-4d18-960d-aafc4314028d" providerId="AD" clId="Web-{40E27B8A-68C3-01E3-5026-CF7BF28EA244}" dt="2025-10-01T11:29:16.620" v="168" actId="1076"/>
          <ac:spMkLst>
            <pc:docMk/>
            <pc:sldMk cId="3833799027" sldId="258"/>
            <ac:spMk id="9" creationId="{9AD6AA13-1082-15EC-9BA1-50E2156439D4}"/>
          </ac:spMkLst>
        </pc:spChg>
      </pc:sldChg>
      <pc:sldChg chg="modSp">
        <pc:chgData name="Linan, Oriol" userId="S::ol4006@hw.ac.uk::e14389dc-3545-4d18-960d-aafc4314028d" providerId="AD" clId="Web-{40E27B8A-68C3-01E3-5026-CF7BF28EA244}" dt="2025-10-01T11:27:31.461" v="139" actId="20577"/>
        <pc:sldMkLst>
          <pc:docMk/>
          <pc:sldMk cId="3209007192" sldId="265"/>
        </pc:sldMkLst>
        <pc:spChg chg="mod">
          <ac:chgData name="Linan, Oriol" userId="S::ol4006@hw.ac.uk::e14389dc-3545-4d18-960d-aafc4314028d" providerId="AD" clId="Web-{40E27B8A-68C3-01E3-5026-CF7BF28EA244}" dt="2025-10-01T11:26:10.771" v="127" actId="1076"/>
          <ac:spMkLst>
            <pc:docMk/>
            <pc:sldMk cId="3209007192" sldId="265"/>
            <ac:spMk id="2" creationId="{6AE8C90B-EF0F-5787-BBDF-A00701E81C88}"/>
          </ac:spMkLst>
        </pc:spChg>
        <pc:spChg chg="mod">
          <ac:chgData name="Linan, Oriol" userId="S::ol4006@hw.ac.uk::e14389dc-3545-4d18-960d-aafc4314028d" providerId="AD" clId="Web-{40E27B8A-68C3-01E3-5026-CF7BF28EA244}" dt="2025-10-01T11:27:31.461" v="139" actId="20577"/>
          <ac:spMkLst>
            <pc:docMk/>
            <pc:sldMk cId="3209007192" sldId="265"/>
            <ac:spMk id="3" creationId="{F3BBF1B5-98C6-9737-55FC-631E55C8C67E}"/>
          </ac:spMkLst>
        </pc:spChg>
        <pc:picChg chg="mod">
          <ac:chgData name="Linan, Oriol" userId="S::ol4006@hw.ac.uk::e14389dc-3545-4d18-960d-aafc4314028d" providerId="AD" clId="Web-{40E27B8A-68C3-01E3-5026-CF7BF28EA244}" dt="2025-10-01T11:20:02.547" v="57" actId="1076"/>
          <ac:picMkLst>
            <pc:docMk/>
            <pc:sldMk cId="3209007192" sldId="265"/>
            <ac:picMk id="4" creationId="{6DE97A36-CCB4-920E-9E31-2D0FB7D7F6AC}"/>
          </ac:picMkLst>
        </pc:picChg>
      </pc:sldChg>
      <pc:sldChg chg="modSp">
        <pc:chgData name="Linan, Oriol" userId="S::ol4006@hw.ac.uk::e14389dc-3545-4d18-960d-aafc4314028d" providerId="AD" clId="Web-{40E27B8A-68C3-01E3-5026-CF7BF28EA244}" dt="2025-10-01T11:33:42.333" v="216" actId="1076"/>
        <pc:sldMkLst>
          <pc:docMk/>
          <pc:sldMk cId="632833226" sldId="267"/>
        </pc:sldMkLst>
        <pc:spChg chg="mod">
          <ac:chgData name="Linan, Oriol" userId="S::ol4006@hw.ac.uk::e14389dc-3545-4d18-960d-aafc4314028d" providerId="AD" clId="Web-{40E27B8A-68C3-01E3-5026-CF7BF28EA244}" dt="2025-10-01T11:33:42.333" v="216" actId="1076"/>
          <ac:spMkLst>
            <pc:docMk/>
            <pc:sldMk cId="632833226" sldId="267"/>
            <ac:spMk id="2" creationId="{634DA6FC-9876-F53F-A09C-D31D93F8959A}"/>
          </ac:spMkLst>
        </pc:spChg>
        <pc:spChg chg="mod">
          <ac:chgData name="Linan, Oriol" userId="S::ol4006@hw.ac.uk::e14389dc-3545-4d18-960d-aafc4314028d" providerId="AD" clId="Web-{40E27B8A-68C3-01E3-5026-CF7BF28EA244}" dt="2025-10-01T11:30:07.214" v="178" actId="20577"/>
          <ac:spMkLst>
            <pc:docMk/>
            <pc:sldMk cId="632833226" sldId="267"/>
            <ac:spMk id="6" creationId="{C6539FB8-F154-E255-BA4A-390BFEDD0EC9}"/>
          </ac:spMkLst>
        </pc:spChg>
        <pc:picChg chg="mod">
          <ac:chgData name="Linan, Oriol" userId="S::ol4006@hw.ac.uk::e14389dc-3545-4d18-960d-aafc4314028d" providerId="AD" clId="Web-{40E27B8A-68C3-01E3-5026-CF7BF28EA244}" dt="2025-10-01T11:17:16.947" v="10" actId="1076"/>
          <ac:picMkLst>
            <pc:docMk/>
            <pc:sldMk cId="632833226" sldId="267"/>
            <ac:picMk id="7" creationId="{6518D3D4-411B-B031-DA4F-312AADBE6F06}"/>
          </ac:picMkLst>
        </pc:picChg>
      </pc:sldChg>
      <pc:sldChg chg="modSp">
        <pc:chgData name="Linan, Oriol" userId="S::ol4006@hw.ac.uk::e14389dc-3545-4d18-960d-aafc4314028d" providerId="AD" clId="Web-{40E27B8A-68C3-01E3-5026-CF7BF28EA244}" dt="2025-10-01T11:28:27.244" v="159" actId="1076"/>
        <pc:sldMkLst>
          <pc:docMk/>
          <pc:sldMk cId="3570468046" sldId="268"/>
        </pc:sldMkLst>
        <pc:spChg chg="mod">
          <ac:chgData name="Linan, Oriol" userId="S::ol4006@hw.ac.uk::e14389dc-3545-4d18-960d-aafc4314028d" providerId="AD" clId="Web-{40E27B8A-68C3-01E3-5026-CF7BF28EA244}" dt="2025-10-01T11:28:27.244" v="159" actId="1076"/>
          <ac:spMkLst>
            <pc:docMk/>
            <pc:sldMk cId="3570468046" sldId="268"/>
            <ac:spMk id="7" creationId="{A446A399-C0CA-FDDE-F3F4-9E60EA971B8D}"/>
          </ac:spMkLst>
        </pc:spChg>
      </pc:sldChg>
      <pc:sldChg chg="modSp">
        <pc:chgData name="Linan, Oriol" userId="S::ol4006@hw.ac.uk::e14389dc-3545-4d18-960d-aafc4314028d" providerId="AD" clId="Web-{40E27B8A-68C3-01E3-5026-CF7BF28EA244}" dt="2025-10-01T11:33:26.924" v="214" actId="20577"/>
        <pc:sldMkLst>
          <pc:docMk/>
          <pc:sldMk cId="3381668224" sldId="270"/>
        </pc:sldMkLst>
        <pc:spChg chg="mod">
          <ac:chgData name="Linan, Oriol" userId="S::ol4006@hw.ac.uk::e14389dc-3545-4d18-960d-aafc4314028d" providerId="AD" clId="Web-{40E27B8A-68C3-01E3-5026-CF7BF28EA244}" dt="2025-10-01T11:33:26.924" v="214" actId="20577"/>
          <ac:spMkLst>
            <pc:docMk/>
            <pc:sldMk cId="3381668224" sldId="270"/>
            <ac:spMk id="2" creationId="{28EC5CE0-7633-1408-CAD1-EFCCCD1E9701}"/>
          </ac:spMkLst>
        </pc:spChg>
        <pc:spChg chg="mod">
          <ac:chgData name="Linan, Oriol" userId="S::ol4006@hw.ac.uk::e14389dc-3545-4d18-960d-aafc4314028d" providerId="AD" clId="Web-{40E27B8A-68C3-01E3-5026-CF7BF28EA244}" dt="2025-10-01T11:32:47.107" v="213" actId="20577"/>
          <ac:spMkLst>
            <pc:docMk/>
            <pc:sldMk cId="3381668224" sldId="270"/>
            <ac:spMk id="3" creationId="{81360F91-55B6-DD2E-7DD9-3CE0D5FB7A95}"/>
          </ac:spMkLst>
        </pc:spChg>
      </pc:sldChg>
    </pc:docChg>
  </pc:docChgLst>
  <pc:docChgLst>
    <pc:chgData name="VELUTHEDATH JACOB, CHRISTA MARY" userId="S::cv4001@hw.ac.uk::b16ac241-ec6f-437a-ba25-157485fbc453" providerId="AD" clId="Web-{31D571BE-1ED5-2DF6-426D-BCC67281D36C}"/>
    <pc:docChg chg="delSld modSld modMainMaster">
      <pc:chgData name="VELUTHEDATH JACOB, CHRISTA MARY" userId="S::cv4001@hw.ac.uk::b16ac241-ec6f-437a-ba25-157485fbc453" providerId="AD" clId="Web-{31D571BE-1ED5-2DF6-426D-BCC67281D36C}" dt="2025-10-01T11:19:41.276" v="129"/>
      <pc:docMkLst>
        <pc:docMk/>
      </pc:docMkLst>
      <pc:sldChg chg="modSp mod">
        <pc:chgData name="VELUTHEDATH JACOB, CHRISTA MARY" userId="S::cv4001@hw.ac.uk::b16ac241-ec6f-437a-ba25-157485fbc453" providerId="AD" clId="Web-{31D571BE-1ED5-2DF6-426D-BCC67281D36C}" dt="2025-10-01T11:12:13.727" v="128" actId="1076"/>
        <pc:sldMkLst>
          <pc:docMk/>
          <pc:sldMk cId="3833799027" sldId="258"/>
        </pc:sldMkLst>
        <pc:picChg chg="mod">
          <ac:chgData name="VELUTHEDATH JACOB, CHRISTA MARY" userId="S::cv4001@hw.ac.uk::b16ac241-ec6f-437a-ba25-157485fbc453" providerId="AD" clId="Web-{31D571BE-1ED5-2DF6-426D-BCC67281D36C}" dt="2025-10-01T11:12:13.727" v="128" actId="1076"/>
          <ac:picMkLst>
            <pc:docMk/>
            <pc:sldMk cId="3833799027" sldId="258"/>
            <ac:picMk id="7" creationId="{CD4D4832-D08A-8970-E307-4A245C417E84}"/>
          </ac:picMkLst>
        </pc:picChg>
      </pc:sldChg>
      <pc:sldChg chg="modSp mod setBg">
        <pc:chgData name="VELUTHEDATH JACOB, CHRISTA MARY" userId="S::cv4001@hw.ac.uk::b16ac241-ec6f-437a-ba25-157485fbc453" providerId="AD" clId="Web-{31D571BE-1ED5-2DF6-426D-BCC67281D36C}" dt="2025-10-01T11:11:38.896" v="125"/>
        <pc:sldMkLst>
          <pc:docMk/>
          <pc:sldMk cId="3209007192" sldId="265"/>
        </pc:sldMkLst>
        <pc:spChg chg="mod">
          <ac:chgData name="VELUTHEDATH JACOB, CHRISTA MARY" userId="S::cv4001@hw.ac.uk::b16ac241-ec6f-437a-ba25-157485fbc453" providerId="AD" clId="Web-{31D571BE-1ED5-2DF6-426D-BCC67281D36C}" dt="2025-10-01T11:04:05.878" v="118" actId="20577"/>
          <ac:spMkLst>
            <pc:docMk/>
            <pc:sldMk cId="3209007192" sldId="265"/>
            <ac:spMk id="3" creationId="{F3BBF1B5-98C6-9737-55FC-631E55C8C67E}"/>
          </ac:spMkLst>
        </pc:spChg>
      </pc:sldChg>
      <pc:sldChg chg="modSp mod">
        <pc:chgData name="VELUTHEDATH JACOB, CHRISTA MARY" userId="S::cv4001@hw.ac.uk::b16ac241-ec6f-437a-ba25-157485fbc453" providerId="AD" clId="Web-{31D571BE-1ED5-2DF6-426D-BCC67281D36C}" dt="2025-10-01T11:11:38.896" v="125"/>
        <pc:sldMkLst>
          <pc:docMk/>
          <pc:sldMk cId="632833226" sldId="267"/>
        </pc:sldMkLst>
        <pc:spChg chg="mod">
          <ac:chgData name="VELUTHEDATH JACOB, CHRISTA MARY" userId="S::cv4001@hw.ac.uk::b16ac241-ec6f-437a-ba25-157485fbc453" providerId="AD" clId="Web-{31D571BE-1ED5-2DF6-426D-BCC67281D36C}" dt="2025-10-01T10:47:43.589" v="9" actId="20577"/>
          <ac:spMkLst>
            <pc:docMk/>
            <pc:sldMk cId="632833226" sldId="267"/>
            <ac:spMk id="2" creationId="{634DA6FC-9876-F53F-A09C-D31D93F8959A}"/>
          </ac:spMkLst>
        </pc:spChg>
        <pc:spChg chg="mod">
          <ac:chgData name="VELUTHEDATH JACOB, CHRISTA MARY" userId="S::cv4001@hw.ac.uk::b16ac241-ec6f-437a-ba25-157485fbc453" providerId="AD" clId="Web-{31D571BE-1ED5-2DF6-426D-BCC67281D36C}" dt="2025-10-01T10:52:56.228" v="87" actId="14100"/>
          <ac:spMkLst>
            <pc:docMk/>
            <pc:sldMk cId="632833226" sldId="267"/>
            <ac:spMk id="6" creationId="{C6539FB8-F154-E255-BA4A-390BFEDD0EC9}"/>
          </ac:spMkLst>
        </pc:spChg>
        <pc:picChg chg="mod">
          <ac:chgData name="VELUTHEDATH JACOB, CHRISTA MARY" userId="S::cv4001@hw.ac.uk::b16ac241-ec6f-437a-ba25-157485fbc453" providerId="AD" clId="Web-{31D571BE-1ED5-2DF6-426D-BCC67281D36C}" dt="2025-10-01T10:52:53.650" v="86" actId="1076"/>
          <ac:picMkLst>
            <pc:docMk/>
            <pc:sldMk cId="632833226" sldId="267"/>
            <ac:picMk id="7" creationId="{6518D3D4-411B-B031-DA4F-312AADBE6F06}"/>
          </ac:picMkLst>
        </pc:picChg>
      </pc:sldChg>
      <pc:sldChg chg="mod setBg">
        <pc:chgData name="VELUTHEDATH JACOB, CHRISTA MARY" userId="S::cv4001@hw.ac.uk::b16ac241-ec6f-437a-ba25-157485fbc453" providerId="AD" clId="Web-{31D571BE-1ED5-2DF6-426D-BCC67281D36C}" dt="2025-10-01T11:11:49.022" v="126"/>
        <pc:sldMkLst>
          <pc:docMk/>
          <pc:sldMk cId="3570468046" sldId="268"/>
        </pc:sldMkLst>
      </pc:sldChg>
      <pc:sldChg chg="del mod">
        <pc:chgData name="VELUTHEDATH JACOB, CHRISTA MARY" userId="S::cv4001@hw.ac.uk::b16ac241-ec6f-437a-ba25-157485fbc453" providerId="AD" clId="Web-{31D571BE-1ED5-2DF6-426D-BCC67281D36C}" dt="2025-10-01T11:19:41.276" v="129"/>
        <pc:sldMkLst>
          <pc:docMk/>
          <pc:sldMk cId="1310778030" sldId="269"/>
        </pc:sldMkLst>
      </pc:sldChg>
      <pc:sldChg chg="modSp mod setBg">
        <pc:chgData name="VELUTHEDATH JACOB, CHRISTA MARY" userId="S::cv4001@hw.ac.uk::b16ac241-ec6f-437a-ba25-157485fbc453" providerId="AD" clId="Web-{31D571BE-1ED5-2DF6-426D-BCC67281D36C}" dt="2025-10-01T11:11:38.896" v="125"/>
        <pc:sldMkLst>
          <pc:docMk/>
          <pc:sldMk cId="3381668224" sldId="270"/>
        </pc:sldMkLst>
        <pc:spChg chg="mod">
          <ac:chgData name="VELUTHEDATH JACOB, CHRISTA MARY" userId="S::cv4001@hw.ac.uk::b16ac241-ec6f-437a-ba25-157485fbc453" providerId="AD" clId="Web-{31D571BE-1ED5-2DF6-426D-BCC67281D36C}" dt="2025-10-01T11:07:56.125" v="119" actId="20577"/>
          <ac:spMkLst>
            <pc:docMk/>
            <pc:sldMk cId="3381668224" sldId="270"/>
            <ac:spMk id="3" creationId="{81360F91-55B6-DD2E-7DD9-3CE0D5FB7A95}"/>
          </ac:spMkLst>
        </pc:spChg>
      </pc:sldChg>
      <pc:sldMasterChg chg="mod setBg modSldLayout">
        <pc:chgData name="VELUTHEDATH JACOB, CHRISTA MARY" userId="S::cv4001@hw.ac.uk::b16ac241-ec6f-437a-ba25-157485fbc453" providerId="AD" clId="Web-{31D571BE-1ED5-2DF6-426D-BCC67281D36C}" dt="2025-10-01T11:11:38.896" v="125"/>
        <pc:sldMasterMkLst>
          <pc:docMk/>
          <pc:sldMasterMk cId="3189568103" sldId="2147483744"/>
        </pc:sldMasterMkLst>
        <pc:sldLayoutChg chg="mod">
          <pc:chgData name="VELUTHEDATH JACOB, CHRISTA MARY" userId="S::cv4001@hw.ac.uk::b16ac241-ec6f-437a-ba25-157485fbc453" providerId="AD" clId="Web-{31D571BE-1ED5-2DF6-426D-BCC67281D36C}" dt="2025-10-01T11:11:38.896" v="125"/>
          <pc:sldLayoutMkLst>
            <pc:docMk/>
            <pc:sldMasterMk cId="3189568103" sldId="2147483744"/>
            <pc:sldLayoutMk cId="3825202226" sldId="2147483745"/>
          </pc:sldLayoutMkLst>
        </pc:sldLayoutChg>
        <pc:sldLayoutChg chg="mod">
          <pc:chgData name="VELUTHEDATH JACOB, CHRISTA MARY" userId="S::cv4001@hw.ac.uk::b16ac241-ec6f-437a-ba25-157485fbc453" providerId="AD" clId="Web-{31D571BE-1ED5-2DF6-426D-BCC67281D36C}" dt="2025-10-01T11:11:38.896" v="125"/>
          <pc:sldLayoutMkLst>
            <pc:docMk/>
            <pc:sldMasterMk cId="3189568103" sldId="2147483744"/>
            <pc:sldLayoutMk cId="2199873215" sldId="2147483746"/>
          </pc:sldLayoutMkLst>
        </pc:sldLayoutChg>
        <pc:sldLayoutChg chg="mod">
          <pc:chgData name="VELUTHEDATH JACOB, CHRISTA MARY" userId="S::cv4001@hw.ac.uk::b16ac241-ec6f-437a-ba25-157485fbc453" providerId="AD" clId="Web-{31D571BE-1ED5-2DF6-426D-BCC67281D36C}" dt="2025-10-01T11:11:38.896" v="125"/>
          <pc:sldLayoutMkLst>
            <pc:docMk/>
            <pc:sldMasterMk cId="3189568103" sldId="2147483744"/>
            <pc:sldLayoutMk cId="2762816868" sldId="2147483747"/>
          </pc:sldLayoutMkLst>
        </pc:sldLayoutChg>
        <pc:sldLayoutChg chg="mod">
          <pc:chgData name="VELUTHEDATH JACOB, CHRISTA MARY" userId="S::cv4001@hw.ac.uk::b16ac241-ec6f-437a-ba25-157485fbc453" providerId="AD" clId="Web-{31D571BE-1ED5-2DF6-426D-BCC67281D36C}" dt="2025-10-01T11:11:38.896" v="125"/>
          <pc:sldLayoutMkLst>
            <pc:docMk/>
            <pc:sldMasterMk cId="3189568103" sldId="2147483744"/>
            <pc:sldLayoutMk cId="848046767" sldId="2147483748"/>
          </pc:sldLayoutMkLst>
        </pc:sldLayoutChg>
        <pc:sldLayoutChg chg="mod">
          <pc:chgData name="VELUTHEDATH JACOB, CHRISTA MARY" userId="S::cv4001@hw.ac.uk::b16ac241-ec6f-437a-ba25-157485fbc453" providerId="AD" clId="Web-{31D571BE-1ED5-2DF6-426D-BCC67281D36C}" dt="2025-10-01T11:11:38.896" v="125"/>
          <pc:sldLayoutMkLst>
            <pc:docMk/>
            <pc:sldMasterMk cId="3189568103" sldId="2147483744"/>
            <pc:sldLayoutMk cId="1840875911" sldId="2147483749"/>
          </pc:sldLayoutMkLst>
        </pc:sldLayoutChg>
        <pc:sldLayoutChg chg="mod">
          <pc:chgData name="VELUTHEDATH JACOB, CHRISTA MARY" userId="S::cv4001@hw.ac.uk::b16ac241-ec6f-437a-ba25-157485fbc453" providerId="AD" clId="Web-{31D571BE-1ED5-2DF6-426D-BCC67281D36C}" dt="2025-10-01T11:11:38.896" v="125"/>
          <pc:sldLayoutMkLst>
            <pc:docMk/>
            <pc:sldMasterMk cId="3189568103" sldId="2147483744"/>
            <pc:sldLayoutMk cId="742351829" sldId="2147483750"/>
          </pc:sldLayoutMkLst>
        </pc:sldLayoutChg>
        <pc:sldLayoutChg chg="mod">
          <pc:chgData name="VELUTHEDATH JACOB, CHRISTA MARY" userId="S::cv4001@hw.ac.uk::b16ac241-ec6f-437a-ba25-157485fbc453" providerId="AD" clId="Web-{31D571BE-1ED5-2DF6-426D-BCC67281D36C}" dt="2025-10-01T11:11:38.896" v="125"/>
          <pc:sldLayoutMkLst>
            <pc:docMk/>
            <pc:sldMasterMk cId="3189568103" sldId="2147483744"/>
            <pc:sldLayoutMk cId="2099036468" sldId="2147483751"/>
          </pc:sldLayoutMkLst>
        </pc:sldLayoutChg>
        <pc:sldLayoutChg chg="mod">
          <pc:chgData name="VELUTHEDATH JACOB, CHRISTA MARY" userId="S::cv4001@hw.ac.uk::b16ac241-ec6f-437a-ba25-157485fbc453" providerId="AD" clId="Web-{31D571BE-1ED5-2DF6-426D-BCC67281D36C}" dt="2025-10-01T11:11:38.896" v="125"/>
          <pc:sldLayoutMkLst>
            <pc:docMk/>
            <pc:sldMasterMk cId="3189568103" sldId="2147483744"/>
            <pc:sldLayoutMk cId="1418832534" sldId="2147483752"/>
          </pc:sldLayoutMkLst>
        </pc:sldLayoutChg>
        <pc:sldLayoutChg chg="mod">
          <pc:chgData name="VELUTHEDATH JACOB, CHRISTA MARY" userId="S::cv4001@hw.ac.uk::b16ac241-ec6f-437a-ba25-157485fbc453" providerId="AD" clId="Web-{31D571BE-1ED5-2DF6-426D-BCC67281D36C}" dt="2025-10-01T11:11:38.896" v="125"/>
          <pc:sldLayoutMkLst>
            <pc:docMk/>
            <pc:sldMasterMk cId="3189568103" sldId="2147483744"/>
            <pc:sldLayoutMk cId="1525545309" sldId="2147483753"/>
          </pc:sldLayoutMkLst>
        </pc:sldLayoutChg>
        <pc:sldLayoutChg chg="mod">
          <pc:chgData name="VELUTHEDATH JACOB, CHRISTA MARY" userId="S::cv4001@hw.ac.uk::b16ac241-ec6f-437a-ba25-157485fbc453" providerId="AD" clId="Web-{31D571BE-1ED5-2DF6-426D-BCC67281D36C}" dt="2025-10-01T11:11:38.896" v="125"/>
          <pc:sldLayoutMkLst>
            <pc:docMk/>
            <pc:sldMasterMk cId="3189568103" sldId="2147483744"/>
            <pc:sldLayoutMk cId="1243411387" sldId="2147483754"/>
          </pc:sldLayoutMkLst>
        </pc:sldLayoutChg>
        <pc:sldLayoutChg chg="mod">
          <pc:chgData name="VELUTHEDATH JACOB, CHRISTA MARY" userId="S::cv4001@hw.ac.uk::b16ac241-ec6f-437a-ba25-157485fbc453" providerId="AD" clId="Web-{31D571BE-1ED5-2DF6-426D-BCC67281D36C}" dt="2025-10-01T11:11:38.896" v="125"/>
          <pc:sldLayoutMkLst>
            <pc:docMk/>
            <pc:sldMasterMk cId="3189568103" sldId="2147483744"/>
            <pc:sldLayoutMk cId="2300455996" sldId="2147483755"/>
          </pc:sldLayoutMkLst>
        </pc:sldLayoutChg>
      </pc:sldMasterChg>
    </pc:docChg>
  </pc:docChgLst>
  <pc:docChgLst>
    <pc:chgData name="Alagesan, Vedhagiri" userId="S::va4003@hw.ac.uk::4f1f38e9-7fa1-459f-89b9-f42d49c13800" providerId="AD" clId="Web-{10E9C7F3-0446-DB8E-96DA-0C9EBB69A6AC}"/>
    <pc:docChg chg="addSld modSld sldOrd">
      <pc:chgData name="Alagesan, Vedhagiri" userId="S::va4003@hw.ac.uk::4f1f38e9-7fa1-459f-89b9-f42d49c13800" providerId="AD" clId="Web-{10E9C7F3-0446-DB8E-96DA-0C9EBB69A6AC}" dt="2025-09-30T21:37:25.821" v="214" actId="20577"/>
      <pc:docMkLst>
        <pc:docMk/>
      </pc:docMkLst>
      <pc:sldChg chg="addSp delSp modSp ord">
        <pc:chgData name="Alagesan, Vedhagiri" userId="S::va4003@hw.ac.uk::4f1f38e9-7fa1-459f-89b9-f42d49c13800" providerId="AD" clId="Web-{10E9C7F3-0446-DB8E-96DA-0C9EBB69A6AC}" dt="2025-09-30T21:37:25.821" v="214" actId="20577"/>
        <pc:sldMkLst>
          <pc:docMk/>
          <pc:sldMk cId="632833226" sldId="267"/>
        </pc:sldMkLst>
        <pc:spChg chg="mod">
          <ac:chgData name="Alagesan, Vedhagiri" userId="S::va4003@hw.ac.uk::4f1f38e9-7fa1-459f-89b9-f42d49c13800" providerId="AD" clId="Web-{10E9C7F3-0446-DB8E-96DA-0C9EBB69A6AC}" dt="2025-09-30T21:37:25.821" v="214" actId="20577"/>
          <ac:spMkLst>
            <pc:docMk/>
            <pc:sldMk cId="632833226" sldId="267"/>
            <ac:spMk id="2" creationId="{634DA6FC-9876-F53F-A09C-D31D93F8959A}"/>
          </ac:spMkLst>
        </pc:spChg>
        <pc:spChg chg="del">
          <ac:chgData name="Alagesan, Vedhagiri" userId="S::va4003@hw.ac.uk::4f1f38e9-7fa1-459f-89b9-f42d49c13800" providerId="AD" clId="Web-{10E9C7F3-0446-DB8E-96DA-0C9EBB69A6AC}" dt="2025-09-30T21:23:00.017" v="38"/>
          <ac:spMkLst>
            <pc:docMk/>
            <pc:sldMk cId="632833226" sldId="267"/>
            <ac:spMk id="3" creationId="{1A29C06A-179F-46AE-AFC5-E790E21A84B7}"/>
          </ac:spMkLst>
        </pc:spChg>
        <pc:spChg chg="add del mod">
          <ac:chgData name="Alagesan, Vedhagiri" userId="S::va4003@hw.ac.uk::4f1f38e9-7fa1-459f-89b9-f42d49c13800" providerId="AD" clId="Web-{10E9C7F3-0446-DB8E-96DA-0C9EBB69A6AC}" dt="2025-09-30T21:23:08.548" v="42"/>
          <ac:spMkLst>
            <pc:docMk/>
            <pc:sldMk cId="632833226" sldId="267"/>
            <ac:spMk id="4" creationId="{E362371D-A690-C19F-D2AA-72126A42878D}"/>
          </ac:spMkLst>
        </pc:spChg>
        <pc:spChg chg="add mod">
          <ac:chgData name="Alagesan, Vedhagiri" userId="S::va4003@hw.ac.uk::4f1f38e9-7fa1-459f-89b9-f42d49c13800" providerId="AD" clId="Web-{10E9C7F3-0446-DB8E-96DA-0C9EBB69A6AC}" dt="2025-09-30T21:37:19.899" v="197" actId="20577"/>
          <ac:spMkLst>
            <pc:docMk/>
            <pc:sldMk cId="632833226" sldId="267"/>
            <ac:spMk id="6" creationId="{C6539FB8-F154-E255-BA4A-390BFEDD0EC9}"/>
          </ac:spMkLst>
        </pc:spChg>
        <pc:picChg chg="add mod">
          <ac:chgData name="Alagesan, Vedhagiri" userId="S::va4003@hw.ac.uk::4f1f38e9-7fa1-459f-89b9-f42d49c13800" providerId="AD" clId="Web-{10E9C7F3-0446-DB8E-96DA-0C9EBB69A6AC}" dt="2025-09-30T21:33:56.325" v="122" actId="1076"/>
          <ac:picMkLst>
            <pc:docMk/>
            <pc:sldMk cId="632833226" sldId="267"/>
            <ac:picMk id="7" creationId="{6518D3D4-411B-B031-DA4F-312AADBE6F06}"/>
          </ac:picMkLst>
        </pc:picChg>
      </pc:sldChg>
      <pc:sldChg chg="delSp modSp add replId">
        <pc:chgData name="Alagesan, Vedhagiri" userId="S::va4003@hw.ac.uk::4f1f38e9-7fa1-459f-89b9-f42d49c13800" providerId="AD" clId="Web-{10E9C7F3-0446-DB8E-96DA-0C9EBB69A6AC}" dt="2025-09-30T21:36:51.945" v="193" actId="20577"/>
        <pc:sldMkLst>
          <pc:docMk/>
          <pc:sldMk cId="1310778030" sldId="269"/>
        </pc:sldMkLst>
        <pc:spChg chg="mod">
          <ac:chgData name="Alagesan, Vedhagiri" userId="S::va4003@hw.ac.uk::4f1f38e9-7fa1-459f-89b9-f42d49c13800" providerId="AD" clId="Web-{10E9C7F3-0446-DB8E-96DA-0C9EBB69A6AC}" dt="2025-09-30T21:34:27.265" v="144" actId="20577"/>
          <ac:spMkLst>
            <pc:docMk/>
            <pc:sldMk cId="1310778030" sldId="269"/>
            <ac:spMk id="2" creationId="{35566560-8F31-D393-5CFF-975E1D6EA210}"/>
          </ac:spMkLst>
        </pc:spChg>
        <pc:spChg chg="mod">
          <ac:chgData name="Alagesan, Vedhagiri" userId="S::va4003@hw.ac.uk::4f1f38e9-7fa1-459f-89b9-f42d49c13800" providerId="AD" clId="Web-{10E9C7F3-0446-DB8E-96DA-0C9EBB69A6AC}" dt="2025-09-30T21:36:51.945" v="193" actId="20577"/>
          <ac:spMkLst>
            <pc:docMk/>
            <pc:sldMk cId="1310778030" sldId="269"/>
            <ac:spMk id="6" creationId="{E950DA49-6BAA-77FB-C13A-3275F3D38DFA}"/>
          </ac:spMkLst>
        </pc:spChg>
        <pc:picChg chg="del">
          <ac:chgData name="Alagesan, Vedhagiri" userId="S::va4003@hw.ac.uk::4f1f38e9-7fa1-459f-89b9-f42d49c13800" providerId="AD" clId="Web-{10E9C7F3-0446-DB8E-96DA-0C9EBB69A6AC}" dt="2025-09-30T21:34:29.624" v="145"/>
          <ac:picMkLst>
            <pc:docMk/>
            <pc:sldMk cId="1310778030" sldId="269"/>
            <ac:picMk id="7" creationId="{916A655F-45C4-F0D6-6817-8F01A1F16F2D}"/>
          </ac:picMkLst>
        </pc:picChg>
      </pc:sldChg>
    </pc:docChg>
  </pc:docChgLst>
  <pc:docChgLst>
    <pc:chgData name="VELUTHEDATH JACOB, CHRISTA MARY" userId="S::cv4001@hw.ac.uk::b16ac241-ec6f-437a-ba25-157485fbc453" providerId="AD" clId="Web-{766A93BA-771D-80F8-0015-F3E4A5745DB6}"/>
    <pc:docChg chg="modSld">
      <pc:chgData name="VELUTHEDATH JACOB, CHRISTA MARY" userId="S::cv4001@hw.ac.uk::b16ac241-ec6f-437a-ba25-157485fbc453" providerId="AD" clId="Web-{766A93BA-771D-80F8-0015-F3E4A5745DB6}" dt="2025-10-01T11:46:44.886" v="38" actId="20577"/>
      <pc:docMkLst>
        <pc:docMk/>
      </pc:docMkLst>
      <pc:sldChg chg="modSp">
        <pc:chgData name="VELUTHEDATH JACOB, CHRISTA MARY" userId="S::cv4001@hw.ac.uk::b16ac241-ec6f-437a-ba25-157485fbc453" providerId="AD" clId="Web-{766A93BA-771D-80F8-0015-F3E4A5745DB6}" dt="2025-10-01T11:46:44.886" v="38" actId="20577"/>
        <pc:sldMkLst>
          <pc:docMk/>
          <pc:sldMk cId="632833226" sldId="267"/>
        </pc:sldMkLst>
        <pc:spChg chg="mod">
          <ac:chgData name="VELUTHEDATH JACOB, CHRISTA MARY" userId="S::cv4001@hw.ac.uk::b16ac241-ec6f-437a-ba25-157485fbc453" providerId="AD" clId="Web-{766A93BA-771D-80F8-0015-F3E4A5745DB6}" dt="2025-10-01T11:46:44.886" v="38" actId="20577"/>
          <ac:spMkLst>
            <pc:docMk/>
            <pc:sldMk cId="632833226" sldId="267"/>
            <ac:spMk id="6" creationId="{C6539FB8-F154-E255-BA4A-390BFEDD0EC9}"/>
          </ac:spMkLst>
        </pc:spChg>
      </pc:sldChg>
      <pc:sldChg chg="modSp">
        <pc:chgData name="VELUTHEDATH JACOB, CHRISTA MARY" userId="S::cv4001@hw.ac.uk::b16ac241-ec6f-437a-ba25-157485fbc453" providerId="AD" clId="Web-{766A93BA-771D-80F8-0015-F3E4A5745DB6}" dt="2025-10-01T11:32:03.848" v="36" actId="20577"/>
        <pc:sldMkLst>
          <pc:docMk/>
          <pc:sldMk cId="3381668224" sldId="270"/>
        </pc:sldMkLst>
        <pc:spChg chg="mod">
          <ac:chgData name="VELUTHEDATH JACOB, CHRISTA MARY" userId="S::cv4001@hw.ac.uk::b16ac241-ec6f-437a-ba25-157485fbc453" providerId="AD" clId="Web-{766A93BA-771D-80F8-0015-F3E4A5745DB6}" dt="2025-10-01T11:32:03.848" v="36" actId="20577"/>
          <ac:spMkLst>
            <pc:docMk/>
            <pc:sldMk cId="3381668224" sldId="270"/>
            <ac:spMk id="3" creationId="{81360F91-55B6-DD2E-7DD9-3CE0D5FB7A95}"/>
          </ac:spMkLst>
        </pc:spChg>
      </pc:sldChg>
    </pc:docChg>
  </pc:docChgLst>
  <pc:docChgLst>
    <pc:chgData name="VELUTHEDATH JACOB, CHRISTA MARY" userId="S::cv4001@hw.ac.uk::b16ac241-ec6f-437a-ba25-157485fbc453" providerId="AD" clId="Web-{6024BFC5-112B-E232-2710-E55AE24984E8}"/>
    <pc:docChg chg="addSld delSld modSld sldOrd">
      <pc:chgData name="VELUTHEDATH JACOB, CHRISTA MARY" userId="S::cv4001@hw.ac.uk::b16ac241-ec6f-437a-ba25-157485fbc453" providerId="AD" clId="Web-{6024BFC5-112B-E232-2710-E55AE24984E8}" dt="2025-10-01T10:44:36.018" v="237"/>
      <pc:docMkLst>
        <pc:docMk/>
      </pc:docMkLst>
      <pc:sldChg chg="addSp delSp modSp del mod setBg modClrScheme chgLayout">
        <pc:chgData name="VELUTHEDATH JACOB, CHRISTA MARY" userId="S::cv4001@hw.ac.uk::b16ac241-ec6f-437a-ba25-157485fbc453" providerId="AD" clId="Web-{6024BFC5-112B-E232-2710-E55AE24984E8}" dt="2025-10-01T10:44:36.018" v="237"/>
        <pc:sldMkLst>
          <pc:docMk/>
          <pc:sldMk cId="4258090687" sldId="260"/>
        </pc:sldMkLst>
        <pc:spChg chg="mod ord">
          <ac:chgData name="VELUTHEDATH JACOB, CHRISTA MARY" userId="S::cv4001@hw.ac.uk::b16ac241-ec6f-437a-ba25-157485fbc453" providerId="AD" clId="Web-{6024BFC5-112B-E232-2710-E55AE24984E8}" dt="2025-10-01T09:59:30.311" v="35" actId="1076"/>
          <ac:spMkLst>
            <pc:docMk/>
            <pc:sldMk cId="4258090687" sldId="260"/>
            <ac:spMk id="2" creationId="{253B9BA7-A256-1937-7A80-CF5AB9416702}"/>
          </ac:spMkLst>
        </pc:spChg>
        <pc:spChg chg="mod ord">
          <ac:chgData name="VELUTHEDATH JACOB, CHRISTA MARY" userId="S::cv4001@hw.ac.uk::b16ac241-ec6f-437a-ba25-157485fbc453" providerId="AD" clId="Web-{6024BFC5-112B-E232-2710-E55AE24984E8}" dt="2025-10-01T09:45:59.726" v="23"/>
          <ac:spMkLst>
            <pc:docMk/>
            <pc:sldMk cId="4258090687" sldId="260"/>
            <ac:spMk id="17" creationId="{08BEE8F1-A895-4B26-F08E-2C0DBD837975}"/>
          </ac:spMkLst>
        </pc:spChg>
        <pc:spChg chg="mod ord">
          <ac:chgData name="VELUTHEDATH JACOB, CHRISTA MARY" userId="S::cv4001@hw.ac.uk::b16ac241-ec6f-437a-ba25-157485fbc453" providerId="AD" clId="Web-{6024BFC5-112B-E232-2710-E55AE24984E8}" dt="2025-10-01T09:45:59.726" v="23"/>
          <ac:spMkLst>
            <pc:docMk/>
            <pc:sldMk cId="4258090687" sldId="260"/>
            <ac:spMk id="18" creationId="{E6C1761D-9BB9-0B2E-2B15-6432319D8BC0}"/>
          </ac:spMkLst>
        </pc:spChg>
        <pc:spChg chg="mod ord">
          <ac:chgData name="VELUTHEDATH JACOB, CHRISTA MARY" userId="S::cv4001@hw.ac.uk::b16ac241-ec6f-437a-ba25-157485fbc453" providerId="AD" clId="Web-{6024BFC5-112B-E232-2710-E55AE24984E8}" dt="2025-10-01T09:45:59.726" v="23"/>
          <ac:spMkLst>
            <pc:docMk/>
            <pc:sldMk cId="4258090687" sldId="260"/>
            <ac:spMk id="19" creationId="{071CD248-816E-8411-4DFA-E7F865B67F58}"/>
          </ac:spMkLst>
        </pc:spChg>
        <pc:spChg chg="add mod ord">
          <ac:chgData name="VELUTHEDATH JACOB, CHRISTA MARY" userId="S::cv4001@hw.ac.uk::b16ac241-ec6f-437a-ba25-157485fbc453" providerId="AD" clId="Web-{6024BFC5-112B-E232-2710-E55AE24984E8}" dt="2025-10-01T10:14:57.805" v="73" actId="20577"/>
          <ac:spMkLst>
            <pc:docMk/>
            <pc:sldMk cId="4258090687" sldId="260"/>
            <ac:spMk id="23" creationId="{C447D9BC-E4ED-79EA-B196-41F71B54B793}"/>
          </ac:spMkLst>
        </pc:spChg>
        <pc:spChg chg="add mod">
          <ac:chgData name="VELUTHEDATH JACOB, CHRISTA MARY" userId="S::cv4001@hw.ac.uk::b16ac241-ec6f-437a-ba25-157485fbc453" providerId="AD" clId="Web-{6024BFC5-112B-E232-2710-E55AE24984E8}" dt="2025-10-01T09:59:43.812" v="37" actId="1076"/>
          <ac:spMkLst>
            <pc:docMk/>
            <pc:sldMk cId="4258090687" sldId="260"/>
            <ac:spMk id="113" creationId="{2A598507-83CB-D3C2-DEE4-07CB98402315}"/>
          </ac:spMkLst>
        </pc:spChg>
        <pc:spChg chg="add del mod">
          <ac:chgData name="VELUTHEDATH JACOB, CHRISTA MARY" userId="S::cv4001@hw.ac.uk::b16ac241-ec6f-437a-ba25-157485fbc453" providerId="AD" clId="Web-{6024BFC5-112B-E232-2710-E55AE24984E8}" dt="2025-10-01T10:14:38.585" v="66"/>
          <ac:spMkLst>
            <pc:docMk/>
            <pc:sldMk cId="4258090687" sldId="260"/>
            <ac:spMk id="128" creationId="{658A60D1-CB5F-5638-77E4-EA84E948BD47}"/>
          </ac:spMkLst>
        </pc:spChg>
        <pc:spChg chg="add del mod">
          <ac:chgData name="VELUTHEDATH JACOB, CHRISTA MARY" userId="S::cv4001@hw.ac.uk::b16ac241-ec6f-437a-ba25-157485fbc453" providerId="AD" clId="Web-{6024BFC5-112B-E232-2710-E55AE24984E8}" dt="2025-10-01T10:21:03.264" v="107"/>
          <ac:spMkLst>
            <pc:docMk/>
            <pc:sldMk cId="4258090687" sldId="260"/>
            <ac:spMk id="129" creationId="{3AEE5ED9-3E80-DA01-67C6-0EE4B13A30A4}"/>
          </ac:spMkLst>
        </pc:spChg>
        <pc:spChg chg="add mod">
          <ac:chgData name="VELUTHEDATH JACOB, CHRISTA MARY" userId="S::cv4001@hw.ac.uk::b16ac241-ec6f-437a-ba25-157485fbc453" providerId="AD" clId="Web-{6024BFC5-112B-E232-2710-E55AE24984E8}" dt="2025-10-01T10:21:18.295" v="109" actId="1076"/>
          <ac:spMkLst>
            <pc:docMk/>
            <pc:sldMk cId="4258090687" sldId="260"/>
            <ac:spMk id="131" creationId="{F8290209-EB4D-C745-F6D0-A23CC2FC1997}"/>
          </ac:spMkLst>
        </pc:spChg>
        <pc:graphicFrameChg chg="del mod ord modGraphic">
          <ac:chgData name="VELUTHEDATH JACOB, CHRISTA MARY" userId="S::cv4001@hw.ac.uk::b16ac241-ec6f-437a-ba25-157485fbc453" providerId="AD" clId="Web-{6024BFC5-112B-E232-2710-E55AE24984E8}" dt="2025-10-01T10:14:15.850" v="60"/>
          <ac:graphicFrameMkLst>
            <pc:docMk/>
            <pc:sldMk cId="4258090687" sldId="260"/>
            <ac:graphicFrameMk id="20" creationId="{95F7CCFE-052E-9F4C-7CA8-D5076D96B04C}"/>
          </ac:graphicFrameMkLst>
        </pc:graphicFrameChg>
      </pc:sldChg>
      <pc:sldChg chg="modSp mod setBg">
        <pc:chgData name="VELUTHEDATH JACOB, CHRISTA MARY" userId="S::cv4001@hw.ac.uk::b16ac241-ec6f-437a-ba25-157485fbc453" providerId="AD" clId="Web-{6024BFC5-112B-E232-2710-E55AE24984E8}" dt="2025-10-01T10:29:16.513" v="124" actId="1076"/>
        <pc:sldMkLst>
          <pc:docMk/>
          <pc:sldMk cId="3209007192" sldId="265"/>
        </pc:sldMkLst>
        <pc:spChg chg="mod">
          <ac:chgData name="VELUTHEDATH JACOB, CHRISTA MARY" userId="S::cv4001@hw.ac.uk::b16ac241-ec6f-437a-ba25-157485fbc453" providerId="AD" clId="Web-{6024BFC5-112B-E232-2710-E55AE24984E8}" dt="2025-10-01T10:28:46.746" v="121" actId="1076"/>
          <ac:spMkLst>
            <pc:docMk/>
            <pc:sldMk cId="3209007192" sldId="265"/>
            <ac:spMk id="2" creationId="{6AE8C90B-EF0F-5787-BBDF-A00701E81C88}"/>
          </ac:spMkLst>
        </pc:spChg>
        <pc:spChg chg="mod">
          <ac:chgData name="VELUTHEDATH JACOB, CHRISTA MARY" userId="S::cv4001@hw.ac.uk::b16ac241-ec6f-437a-ba25-157485fbc453" providerId="AD" clId="Web-{6024BFC5-112B-E232-2710-E55AE24984E8}" dt="2025-10-01T10:29:16.513" v="124" actId="1076"/>
          <ac:spMkLst>
            <pc:docMk/>
            <pc:sldMk cId="3209007192" sldId="265"/>
            <ac:spMk id="3" creationId="{F3BBF1B5-98C6-9737-55FC-631E55C8C67E}"/>
          </ac:spMkLst>
        </pc:spChg>
        <pc:picChg chg="mod">
          <ac:chgData name="VELUTHEDATH JACOB, CHRISTA MARY" userId="S::cv4001@hw.ac.uk::b16ac241-ec6f-437a-ba25-157485fbc453" providerId="AD" clId="Web-{6024BFC5-112B-E232-2710-E55AE24984E8}" dt="2025-10-01T08:56:05.817" v="4" actId="1076"/>
          <ac:picMkLst>
            <pc:docMk/>
            <pc:sldMk cId="3209007192" sldId="265"/>
            <ac:picMk id="4" creationId="{6DE97A36-CCB4-920E-9E31-2D0FB7D7F6AC}"/>
          </ac:picMkLst>
        </pc:picChg>
      </pc:sldChg>
      <pc:sldChg chg="modSp mod setBg">
        <pc:chgData name="VELUTHEDATH JACOB, CHRISTA MARY" userId="S::cv4001@hw.ac.uk::b16ac241-ec6f-437a-ba25-157485fbc453" providerId="AD" clId="Web-{6024BFC5-112B-E232-2710-E55AE24984E8}" dt="2025-10-01T10:27:57.384" v="114" actId="20577"/>
        <pc:sldMkLst>
          <pc:docMk/>
          <pc:sldMk cId="632833226" sldId="267"/>
        </pc:sldMkLst>
        <pc:spChg chg="mod">
          <ac:chgData name="VELUTHEDATH JACOB, CHRISTA MARY" userId="S::cv4001@hw.ac.uk::b16ac241-ec6f-437a-ba25-157485fbc453" providerId="AD" clId="Web-{6024BFC5-112B-E232-2710-E55AE24984E8}" dt="2025-10-01T10:27:57.384" v="114" actId="20577"/>
          <ac:spMkLst>
            <pc:docMk/>
            <pc:sldMk cId="632833226" sldId="267"/>
            <ac:spMk id="6" creationId="{C6539FB8-F154-E255-BA4A-390BFEDD0EC9}"/>
          </ac:spMkLst>
        </pc:spChg>
      </pc:sldChg>
      <pc:sldChg chg="mod setBg">
        <pc:chgData name="VELUTHEDATH JACOB, CHRISTA MARY" userId="S::cv4001@hw.ac.uk::b16ac241-ec6f-437a-ba25-157485fbc453" providerId="AD" clId="Web-{6024BFC5-112B-E232-2710-E55AE24984E8}" dt="2025-10-01T09:10:56.533" v="21"/>
        <pc:sldMkLst>
          <pc:docMk/>
          <pc:sldMk cId="1310778030" sldId="269"/>
        </pc:sldMkLst>
      </pc:sldChg>
      <pc:sldChg chg="delSp modSp new mod ord modClrScheme chgLayout">
        <pc:chgData name="VELUTHEDATH JACOB, CHRISTA MARY" userId="S::cv4001@hw.ac.uk::b16ac241-ec6f-437a-ba25-157485fbc453" providerId="AD" clId="Web-{6024BFC5-112B-E232-2710-E55AE24984E8}" dt="2025-10-01T10:44:30.846" v="236" actId="20577"/>
        <pc:sldMkLst>
          <pc:docMk/>
          <pc:sldMk cId="3381668224" sldId="270"/>
        </pc:sldMkLst>
        <pc:spChg chg="mod ord">
          <ac:chgData name="VELUTHEDATH JACOB, CHRISTA MARY" userId="S::cv4001@hw.ac.uk::b16ac241-ec6f-437a-ba25-157485fbc453" providerId="AD" clId="Web-{6024BFC5-112B-E232-2710-E55AE24984E8}" dt="2025-10-01T10:34:32.209" v="132" actId="20577"/>
          <ac:spMkLst>
            <pc:docMk/>
            <pc:sldMk cId="3381668224" sldId="270"/>
            <ac:spMk id="2" creationId="{28EC5CE0-7633-1408-CAD1-EFCCCD1E9701}"/>
          </ac:spMkLst>
        </pc:spChg>
        <pc:spChg chg="mod ord">
          <ac:chgData name="VELUTHEDATH JACOB, CHRISTA MARY" userId="S::cv4001@hw.ac.uk::b16ac241-ec6f-437a-ba25-157485fbc453" providerId="AD" clId="Web-{6024BFC5-112B-E232-2710-E55AE24984E8}" dt="2025-10-01T10:44:30.846" v="236" actId="20577"/>
          <ac:spMkLst>
            <pc:docMk/>
            <pc:sldMk cId="3381668224" sldId="270"/>
            <ac:spMk id="3" creationId="{81360F91-55B6-DD2E-7DD9-3CE0D5FB7A95}"/>
          </ac:spMkLst>
        </pc:spChg>
        <pc:spChg chg="del">
          <ac:chgData name="VELUTHEDATH JACOB, CHRISTA MARY" userId="S::cv4001@hw.ac.uk::b16ac241-ec6f-437a-ba25-157485fbc453" providerId="AD" clId="Web-{6024BFC5-112B-E232-2710-E55AE24984E8}" dt="2025-10-01T10:30:38.688" v="127"/>
          <ac:spMkLst>
            <pc:docMk/>
            <pc:sldMk cId="3381668224" sldId="270"/>
            <ac:spMk id="4" creationId="{F1BA8854-9646-94AE-282B-A9210FF9E87F}"/>
          </ac:spMkLst>
        </pc:spChg>
        <pc:spChg chg="mod ord">
          <ac:chgData name="VELUTHEDATH JACOB, CHRISTA MARY" userId="S::cv4001@hw.ac.uk::b16ac241-ec6f-437a-ba25-157485fbc453" providerId="AD" clId="Web-{6024BFC5-112B-E232-2710-E55AE24984E8}" dt="2025-10-01T10:30:38.688" v="127"/>
          <ac:spMkLst>
            <pc:docMk/>
            <pc:sldMk cId="3381668224" sldId="270"/>
            <ac:spMk id="5" creationId="{05D9EAD0-91C4-8908-27FF-C45778A3310A}"/>
          </ac:spMkLst>
        </pc:spChg>
        <pc:spChg chg="mod ord">
          <ac:chgData name="VELUTHEDATH JACOB, CHRISTA MARY" userId="S::cv4001@hw.ac.uk::b16ac241-ec6f-437a-ba25-157485fbc453" providerId="AD" clId="Web-{6024BFC5-112B-E232-2710-E55AE24984E8}" dt="2025-10-01T10:30:38.688" v="127"/>
          <ac:spMkLst>
            <pc:docMk/>
            <pc:sldMk cId="3381668224" sldId="270"/>
            <ac:spMk id="6" creationId="{AB5D2A45-C5D2-6BCA-494D-2AA65363F297}"/>
          </ac:spMkLst>
        </pc:spChg>
        <pc:spChg chg="mod ord">
          <ac:chgData name="VELUTHEDATH JACOB, CHRISTA MARY" userId="S::cv4001@hw.ac.uk::b16ac241-ec6f-437a-ba25-157485fbc453" providerId="AD" clId="Web-{6024BFC5-112B-E232-2710-E55AE24984E8}" dt="2025-10-01T10:30:38.688" v="127"/>
          <ac:spMkLst>
            <pc:docMk/>
            <pc:sldMk cId="3381668224" sldId="270"/>
            <ac:spMk id="7" creationId="{72B3A5D8-1C78-E8EF-F7E1-38F332315119}"/>
          </ac:spMkLst>
        </pc:spChg>
      </pc:sldChg>
    </pc:docChg>
  </pc:docChgLst>
  <pc:docChgLst>
    <pc:chgData name="Nthiwa, Mercy" userId="S::mmn4000@hw.ac.uk::a0decf84-4928-4cbe-a303-41f34db7d9be" providerId="AD" clId="Web-{92CFEA9C-A117-A0D0-0B72-D0E142E4EE2D}"/>
    <pc:docChg chg="modSld">
      <pc:chgData name="Nthiwa, Mercy" userId="S::mmn4000@hw.ac.uk::a0decf84-4928-4cbe-a303-41f34db7d9be" providerId="AD" clId="Web-{92CFEA9C-A117-A0D0-0B72-D0E142E4EE2D}" dt="2025-09-30T20:39:37.805" v="55" actId="14100"/>
      <pc:docMkLst>
        <pc:docMk/>
      </pc:docMkLst>
      <pc:sldChg chg="addSp delSp modSp mod setBg modClrScheme chgLayout">
        <pc:chgData name="Nthiwa, Mercy" userId="S::mmn4000@hw.ac.uk::a0decf84-4928-4cbe-a303-41f34db7d9be" providerId="AD" clId="Web-{92CFEA9C-A117-A0D0-0B72-D0E142E4EE2D}" dt="2025-09-30T20:39:37.805" v="55" actId="14100"/>
        <pc:sldMkLst>
          <pc:docMk/>
          <pc:sldMk cId="3209007192" sldId="265"/>
        </pc:sldMkLst>
        <pc:spChg chg="mod">
          <ac:chgData name="Nthiwa, Mercy" userId="S::mmn4000@hw.ac.uk::a0decf84-4928-4cbe-a303-41f34db7d9be" providerId="AD" clId="Web-{92CFEA9C-A117-A0D0-0B72-D0E142E4EE2D}" dt="2025-09-30T20:37:32.732" v="13"/>
          <ac:spMkLst>
            <pc:docMk/>
            <pc:sldMk cId="3209007192" sldId="265"/>
            <ac:spMk id="2" creationId="{6AE8C90B-EF0F-5787-BBDF-A00701E81C88}"/>
          </ac:spMkLst>
        </pc:spChg>
        <pc:spChg chg="mod ord">
          <ac:chgData name="Nthiwa, Mercy" userId="S::mmn4000@hw.ac.uk::a0decf84-4928-4cbe-a303-41f34db7d9be" providerId="AD" clId="Web-{92CFEA9C-A117-A0D0-0B72-D0E142E4EE2D}" dt="2025-09-30T20:37:32.732" v="13"/>
          <ac:spMkLst>
            <pc:docMk/>
            <pc:sldMk cId="3209007192" sldId="265"/>
            <ac:spMk id="3" creationId="{F3BBF1B5-98C6-9737-55FC-631E55C8C67E}"/>
          </ac:spMkLst>
        </pc:spChg>
        <pc:spChg chg="add del mod">
          <ac:chgData name="Nthiwa, Mercy" userId="S::mmn4000@hw.ac.uk::a0decf84-4928-4cbe-a303-41f34db7d9be" providerId="AD" clId="Web-{92CFEA9C-A117-A0D0-0B72-D0E142E4EE2D}" dt="2025-09-30T20:32:59.083" v="2"/>
          <ac:spMkLst>
            <pc:docMk/>
            <pc:sldMk cId="3209007192" sldId="265"/>
            <ac:spMk id="60" creationId="{BF2382A5-0224-CC40-03EF-5776D6E6B0F8}"/>
          </ac:spMkLst>
        </pc:spChg>
        <pc:spChg chg="add del mod">
          <ac:chgData name="Nthiwa, Mercy" userId="S::mmn4000@hw.ac.uk::a0decf84-4928-4cbe-a303-41f34db7d9be" providerId="AD" clId="Web-{92CFEA9C-A117-A0D0-0B72-D0E142E4EE2D}" dt="2025-09-30T20:32:59.083" v="2"/>
          <ac:spMkLst>
            <pc:docMk/>
            <pc:sldMk cId="3209007192" sldId="265"/>
            <ac:spMk id="66" creationId="{1DAAF520-573E-C5A6-AC06-5430E5A4C844}"/>
          </ac:spMkLst>
        </pc:spChg>
        <pc:spChg chg="add del mod">
          <ac:chgData name="Nthiwa, Mercy" userId="S::mmn4000@hw.ac.uk::a0decf84-4928-4cbe-a303-41f34db7d9be" providerId="AD" clId="Web-{92CFEA9C-A117-A0D0-0B72-D0E142E4EE2D}" dt="2025-09-30T20:32:59.083" v="2"/>
          <ac:spMkLst>
            <pc:docMk/>
            <pc:sldMk cId="3209007192" sldId="265"/>
            <ac:spMk id="67" creationId="{7085EABB-E79A-376B-15E6-227FB32BBA06}"/>
          </ac:spMkLst>
        </pc:spChg>
        <pc:spChg chg="add mod">
          <ac:chgData name="Nthiwa, Mercy" userId="S::mmn4000@hw.ac.uk::a0decf84-4928-4cbe-a303-41f34db7d9be" providerId="AD" clId="Web-{92CFEA9C-A117-A0D0-0B72-D0E142E4EE2D}" dt="2025-09-30T20:37:32.732" v="13"/>
          <ac:spMkLst>
            <pc:docMk/>
            <pc:sldMk cId="3209007192" sldId="265"/>
            <ac:spMk id="68" creationId="{C995569A-B83B-B171-6DB8-D4B63B371EC9}"/>
          </ac:spMkLst>
        </pc:spChg>
        <pc:spChg chg="add del mod">
          <ac:chgData name="Nthiwa, Mercy" userId="S::mmn4000@hw.ac.uk::a0decf84-4928-4cbe-a303-41f34db7d9be" providerId="AD" clId="Web-{92CFEA9C-A117-A0D0-0B72-D0E142E4EE2D}" dt="2025-09-30T20:33:10.380" v="4"/>
          <ac:spMkLst>
            <pc:docMk/>
            <pc:sldMk cId="3209007192" sldId="265"/>
            <ac:spMk id="69" creationId="{164AC4DC-609C-6C8C-5677-6CC6310F187E}"/>
          </ac:spMkLst>
        </pc:spChg>
        <pc:spChg chg="add del mod">
          <ac:chgData name="Nthiwa, Mercy" userId="S::mmn4000@hw.ac.uk::a0decf84-4928-4cbe-a303-41f34db7d9be" providerId="AD" clId="Web-{92CFEA9C-A117-A0D0-0B72-D0E142E4EE2D}" dt="2025-09-30T20:33:10.380" v="4"/>
          <ac:spMkLst>
            <pc:docMk/>
            <pc:sldMk cId="3209007192" sldId="265"/>
            <ac:spMk id="70" creationId="{298406AA-C812-C324-5DC1-7D5DC2FEA5C6}"/>
          </ac:spMkLst>
        </pc:spChg>
        <pc:spChg chg="add del mod">
          <ac:chgData name="Nthiwa, Mercy" userId="S::mmn4000@hw.ac.uk::a0decf84-4928-4cbe-a303-41f34db7d9be" providerId="AD" clId="Web-{92CFEA9C-A117-A0D0-0B72-D0E142E4EE2D}" dt="2025-09-30T20:33:10.380" v="4"/>
          <ac:spMkLst>
            <pc:docMk/>
            <pc:sldMk cId="3209007192" sldId="265"/>
            <ac:spMk id="71" creationId="{3DB13E35-8029-BE8B-7AEB-CBEBC1105DC8}"/>
          </ac:spMkLst>
        </pc:spChg>
        <pc:spChg chg="add mod">
          <ac:chgData name="Nthiwa, Mercy" userId="S::mmn4000@hw.ac.uk::a0decf84-4928-4cbe-a303-41f34db7d9be" providerId="AD" clId="Web-{92CFEA9C-A117-A0D0-0B72-D0E142E4EE2D}" dt="2025-09-30T20:37:32.732" v="13"/>
          <ac:spMkLst>
            <pc:docMk/>
            <pc:sldMk cId="3209007192" sldId="265"/>
            <ac:spMk id="72" creationId="{582652E7-AA20-61D7-B6C3-48FD4A46A929}"/>
          </ac:spMkLst>
        </pc:spChg>
        <pc:spChg chg="add del mod">
          <ac:chgData name="Nthiwa, Mercy" userId="S::mmn4000@hw.ac.uk::a0decf84-4928-4cbe-a303-41f34db7d9be" providerId="AD" clId="Web-{92CFEA9C-A117-A0D0-0B72-D0E142E4EE2D}" dt="2025-09-30T20:33:17.209" v="6"/>
          <ac:spMkLst>
            <pc:docMk/>
            <pc:sldMk cId="3209007192" sldId="265"/>
            <ac:spMk id="73" creationId="{B225599E-BC9C-94D5-90B9-E38A477213BA}"/>
          </ac:spMkLst>
        </pc:spChg>
        <pc:spChg chg="add del mod">
          <ac:chgData name="Nthiwa, Mercy" userId="S::mmn4000@hw.ac.uk::a0decf84-4928-4cbe-a303-41f34db7d9be" providerId="AD" clId="Web-{92CFEA9C-A117-A0D0-0B72-D0E142E4EE2D}" dt="2025-09-30T20:33:17.209" v="6"/>
          <ac:spMkLst>
            <pc:docMk/>
            <pc:sldMk cId="3209007192" sldId="265"/>
            <ac:spMk id="74" creationId="{EBFB0A86-DDD1-3D1C-B60D-775F021B6387}"/>
          </ac:spMkLst>
        </pc:spChg>
        <pc:spChg chg="add del mod">
          <ac:chgData name="Nthiwa, Mercy" userId="S::mmn4000@hw.ac.uk::a0decf84-4928-4cbe-a303-41f34db7d9be" providerId="AD" clId="Web-{92CFEA9C-A117-A0D0-0B72-D0E142E4EE2D}" dt="2025-09-30T20:33:17.209" v="6"/>
          <ac:spMkLst>
            <pc:docMk/>
            <pc:sldMk cId="3209007192" sldId="265"/>
            <ac:spMk id="75" creationId="{3F5A17A6-5889-A4F0-2237-460FBB4D8200}"/>
          </ac:spMkLst>
        </pc:spChg>
        <pc:spChg chg="add del mod">
          <ac:chgData name="Nthiwa, Mercy" userId="S::mmn4000@hw.ac.uk::a0decf84-4928-4cbe-a303-41f34db7d9be" providerId="AD" clId="Web-{92CFEA9C-A117-A0D0-0B72-D0E142E4EE2D}" dt="2025-09-30T20:33:17.209" v="6"/>
          <ac:spMkLst>
            <pc:docMk/>
            <pc:sldMk cId="3209007192" sldId="265"/>
            <ac:spMk id="76" creationId="{E38C1F9A-BC8E-DCCD-808D-BC5A44B516FB}"/>
          </ac:spMkLst>
        </pc:spChg>
        <pc:spChg chg="add del mod">
          <ac:chgData name="Nthiwa, Mercy" userId="S::mmn4000@hw.ac.uk::a0decf84-4928-4cbe-a303-41f34db7d9be" providerId="AD" clId="Web-{92CFEA9C-A117-A0D0-0B72-D0E142E4EE2D}" dt="2025-09-30T20:33:17.209" v="6"/>
          <ac:spMkLst>
            <pc:docMk/>
            <pc:sldMk cId="3209007192" sldId="265"/>
            <ac:spMk id="77" creationId="{3954B10F-EAEF-50CC-FFCF-88E6117B1E87}"/>
          </ac:spMkLst>
        </pc:spChg>
        <pc:spChg chg="add mod">
          <ac:chgData name="Nthiwa, Mercy" userId="S::mmn4000@hw.ac.uk::a0decf84-4928-4cbe-a303-41f34db7d9be" providerId="AD" clId="Web-{92CFEA9C-A117-A0D0-0B72-D0E142E4EE2D}" dt="2025-09-30T20:37:32.732" v="13"/>
          <ac:spMkLst>
            <pc:docMk/>
            <pc:sldMk cId="3209007192" sldId="265"/>
            <ac:spMk id="78" creationId="{49DC478A-17CB-1506-42F0-2FFF9AD65743}"/>
          </ac:spMkLst>
        </pc:spChg>
        <pc:spChg chg="add del mod">
          <ac:chgData name="Nthiwa, Mercy" userId="S::mmn4000@hw.ac.uk::a0decf84-4928-4cbe-a303-41f34db7d9be" providerId="AD" clId="Web-{92CFEA9C-A117-A0D0-0B72-D0E142E4EE2D}" dt="2025-09-30T20:33:24.601" v="8"/>
          <ac:spMkLst>
            <pc:docMk/>
            <pc:sldMk cId="3209007192" sldId="265"/>
            <ac:spMk id="79" creationId="{E4658F81-5CDF-B18C-58AF-AB6BE1BA4F3A}"/>
          </ac:spMkLst>
        </pc:spChg>
        <pc:spChg chg="add del mod">
          <ac:chgData name="Nthiwa, Mercy" userId="S::mmn4000@hw.ac.uk::a0decf84-4928-4cbe-a303-41f34db7d9be" providerId="AD" clId="Web-{92CFEA9C-A117-A0D0-0B72-D0E142E4EE2D}" dt="2025-09-30T20:33:24.601" v="8"/>
          <ac:spMkLst>
            <pc:docMk/>
            <pc:sldMk cId="3209007192" sldId="265"/>
            <ac:spMk id="80" creationId="{AF63DA2B-457F-66CF-23A7-22510E428544}"/>
          </ac:spMkLst>
        </pc:spChg>
        <pc:spChg chg="add del mod">
          <ac:chgData name="Nthiwa, Mercy" userId="S::mmn4000@hw.ac.uk::a0decf84-4928-4cbe-a303-41f34db7d9be" providerId="AD" clId="Web-{92CFEA9C-A117-A0D0-0B72-D0E142E4EE2D}" dt="2025-09-30T20:33:24.601" v="8"/>
          <ac:spMkLst>
            <pc:docMk/>
            <pc:sldMk cId="3209007192" sldId="265"/>
            <ac:spMk id="81" creationId="{15D579A7-DE37-0D9B-55FC-4F6DCC82CDE2}"/>
          </ac:spMkLst>
        </pc:spChg>
        <pc:spChg chg="add del mod">
          <ac:chgData name="Nthiwa, Mercy" userId="S::mmn4000@hw.ac.uk::a0decf84-4928-4cbe-a303-41f34db7d9be" providerId="AD" clId="Web-{92CFEA9C-A117-A0D0-0B72-D0E142E4EE2D}" dt="2025-09-30T20:33:24.601" v="8"/>
          <ac:spMkLst>
            <pc:docMk/>
            <pc:sldMk cId="3209007192" sldId="265"/>
            <ac:spMk id="82" creationId="{8A9D3B28-6B2F-5CE9-2B79-50EB051F6100}"/>
          </ac:spMkLst>
        </pc:spChg>
        <pc:spChg chg="add del mod">
          <ac:chgData name="Nthiwa, Mercy" userId="S::mmn4000@hw.ac.uk::a0decf84-4928-4cbe-a303-41f34db7d9be" providerId="AD" clId="Web-{92CFEA9C-A117-A0D0-0B72-D0E142E4EE2D}" dt="2025-09-30T20:33:24.601" v="8"/>
          <ac:spMkLst>
            <pc:docMk/>
            <pc:sldMk cId="3209007192" sldId="265"/>
            <ac:spMk id="83" creationId="{8AB7FA21-3D3A-962D-728D-3B114EBD6460}"/>
          </ac:spMkLst>
        </pc:spChg>
        <pc:spChg chg="add del mod">
          <ac:chgData name="Nthiwa, Mercy" userId="S::mmn4000@hw.ac.uk::a0decf84-4928-4cbe-a303-41f34db7d9be" providerId="AD" clId="Web-{92CFEA9C-A117-A0D0-0B72-D0E142E4EE2D}" dt="2025-09-30T20:33:38.010" v="10"/>
          <ac:spMkLst>
            <pc:docMk/>
            <pc:sldMk cId="3209007192" sldId="265"/>
            <ac:spMk id="85" creationId="{BF2382A5-0224-CC40-03EF-5776D6E6B0F8}"/>
          </ac:spMkLst>
        </pc:spChg>
        <pc:spChg chg="add del mod">
          <ac:chgData name="Nthiwa, Mercy" userId="S::mmn4000@hw.ac.uk::a0decf84-4928-4cbe-a303-41f34db7d9be" providerId="AD" clId="Web-{92CFEA9C-A117-A0D0-0B72-D0E142E4EE2D}" dt="2025-09-30T20:33:38.010" v="10"/>
          <ac:spMkLst>
            <pc:docMk/>
            <pc:sldMk cId="3209007192" sldId="265"/>
            <ac:spMk id="86" creationId="{1DAAF520-573E-C5A6-AC06-5430E5A4C844}"/>
          </ac:spMkLst>
        </pc:spChg>
        <pc:spChg chg="add del mod">
          <ac:chgData name="Nthiwa, Mercy" userId="S::mmn4000@hw.ac.uk::a0decf84-4928-4cbe-a303-41f34db7d9be" providerId="AD" clId="Web-{92CFEA9C-A117-A0D0-0B72-D0E142E4EE2D}" dt="2025-09-30T20:33:38.010" v="10"/>
          <ac:spMkLst>
            <pc:docMk/>
            <pc:sldMk cId="3209007192" sldId="265"/>
            <ac:spMk id="87" creationId="{7085EABB-E79A-376B-15E6-227FB32BBA06}"/>
          </ac:spMkLst>
        </pc:spChg>
        <pc:spChg chg="add del mod">
          <ac:chgData name="Nthiwa, Mercy" userId="S::mmn4000@hw.ac.uk::a0decf84-4928-4cbe-a303-41f34db7d9be" providerId="AD" clId="Web-{92CFEA9C-A117-A0D0-0B72-D0E142E4EE2D}" dt="2025-09-30T20:33:45.590" v="12"/>
          <ac:spMkLst>
            <pc:docMk/>
            <pc:sldMk cId="3209007192" sldId="265"/>
            <ac:spMk id="89" creationId="{109604E2-E5D8-5018-7BD4-0483267F0F08}"/>
          </ac:spMkLst>
        </pc:spChg>
        <pc:spChg chg="add del mod">
          <ac:chgData name="Nthiwa, Mercy" userId="S::mmn4000@hw.ac.uk::a0decf84-4928-4cbe-a303-41f34db7d9be" providerId="AD" clId="Web-{92CFEA9C-A117-A0D0-0B72-D0E142E4EE2D}" dt="2025-09-30T20:33:45.590" v="12"/>
          <ac:spMkLst>
            <pc:docMk/>
            <pc:sldMk cId="3209007192" sldId="265"/>
            <ac:spMk id="90" creationId="{72408B3B-AB8E-818F-776A-281E4430DFE5}"/>
          </ac:spMkLst>
        </pc:spChg>
        <pc:spChg chg="add del mod">
          <ac:chgData name="Nthiwa, Mercy" userId="S::mmn4000@hw.ac.uk::a0decf84-4928-4cbe-a303-41f34db7d9be" providerId="AD" clId="Web-{92CFEA9C-A117-A0D0-0B72-D0E142E4EE2D}" dt="2025-09-30T20:33:45.590" v="12"/>
          <ac:spMkLst>
            <pc:docMk/>
            <pc:sldMk cId="3209007192" sldId="265"/>
            <ac:spMk id="91" creationId="{01553BFA-AFD3-E527-E0EE-495B57B8C803}"/>
          </ac:spMkLst>
        </pc:spChg>
        <pc:picChg chg="add del mod">
          <ac:chgData name="Nthiwa, Mercy" userId="S::mmn4000@hw.ac.uk::a0decf84-4928-4cbe-a303-41f34db7d9be" providerId="AD" clId="Web-{92CFEA9C-A117-A0D0-0B72-D0E142E4EE2D}" dt="2025-09-30T20:39:37.805" v="55" actId="14100"/>
          <ac:picMkLst>
            <pc:docMk/>
            <pc:sldMk cId="3209007192" sldId="265"/>
            <ac:picMk id="4" creationId="{1E7BB56E-64CD-B3C4-EB86-562081B4D6C1}"/>
          </ac:picMkLst>
        </pc:picChg>
      </pc:sldChg>
    </pc:docChg>
  </pc:docChgLst>
  <pc:docChgLst>
    <pc:chgData name="Larroya, Gonzalo" userId="S::gl4003@hw.ac.uk::b1a277e7-ac6c-417f-a9be-18ebd6f43d38" providerId="AD" clId="Web-{DE5080BA-E583-14CD-33DC-46B91B701A0A}"/>
    <pc:docChg chg="delSld modSld">
      <pc:chgData name="Larroya, Gonzalo" userId="S::gl4003@hw.ac.uk::b1a277e7-ac6c-417f-a9be-18ebd6f43d38" providerId="AD" clId="Web-{DE5080BA-E583-14CD-33DC-46B91B701A0A}" dt="2025-09-27T19:03:55.350" v="78" actId="1076"/>
      <pc:docMkLst>
        <pc:docMk/>
      </pc:docMkLst>
      <pc:sldChg chg="addSp delSp modSp">
        <pc:chgData name="Larroya, Gonzalo" userId="S::gl4003@hw.ac.uk::b1a277e7-ac6c-417f-a9be-18ebd6f43d38" providerId="AD" clId="Web-{DE5080BA-E583-14CD-33DC-46B91B701A0A}" dt="2025-09-27T19:03:55.350" v="78" actId="1076"/>
        <pc:sldMkLst>
          <pc:docMk/>
          <pc:sldMk cId="3833799027" sldId="258"/>
        </pc:sldMkLst>
        <pc:spChg chg="mod">
          <ac:chgData name="Larroya, Gonzalo" userId="S::gl4003@hw.ac.uk::b1a277e7-ac6c-417f-a9be-18ebd6f43d38" providerId="AD" clId="Web-{DE5080BA-E583-14CD-33DC-46B91B701A0A}" dt="2025-09-27T19:03:01.394" v="63" actId="20577"/>
          <ac:spMkLst>
            <pc:docMk/>
            <pc:sldMk cId="3833799027" sldId="258"/>
            <ac:spMk id="2" creationId="{3274DAAC-DF36-B529-2A74-7EF23470CB87}"/>
          </ac:spMkLst>
        </pc:spChg>
        <pc:spChg chg="add mod">
          <ac:chgData name="Larroya, Gonzalo" userId="S::gl4003@hw.ac.uk::b1a277e7-ac6c-417f-a9be-18ebd6f43d38" providerId="AD" clId="Web-{DE5080BA-E583-14CD-33DC-46B91B701A0A}" dt="2025-09-27T19:03:55.350" v="78" actId="1076"/>
          <ac:spMkLst>
            <pc:docMk/>
            <pc:sldMk cId="3833799027" sldId="258"/>
            <ac:spMk id="9" creationId="{9AD6AA13-1082-15EC-9BA1-50E2156439D4}"/>
          </ac:spMkLst>
        </pc:spChg>
        <pc:picChg chg="add mod ord">
          <ac:chgData name="Larroya, Gonzalo" userId="S::gl4003@hw.ac.uk::b1a277e7-ac6c-417f-a9be-18ebd6f43d38" providerId="AD" clId="Web-{DE5080BA-E583-14CD-33DC-46B91B701A0A}" dt="2025-09-27T19:02:47.737" v="57" actId="1076"/>
          <ac:picMkLst>
            <pc:docMk/>
            <pc:sldMk cId="3833799027" sldId="258"/>
            <ac:picMk id="7" creationId="{CD4D4832-D08A-8970-E307-4A245C417E84}"/>
          </ac:picMkLst>
        </pc:picChg>
      </pc:sldChg>
    </pc:docChg>
  </pc:docChgLst>
  <pc:docChgLst>
    <pc:chgData name="VELUTHEDATH JACOB, CHRISTA MARY" userId="S::cv4001@hw.ac.uk::b16ac241-ec6f-437a-ba25-157485fbc453" providerId="AD" clId="Web-{4D427FEF-BBAF-F414-5EAC-7860B46865B7}"/>
    <pc:docChg chg="addSld delSld modSld modMainMaster">
      <pc:chgData name="VELUTHEDATH JACOB, CHRISTA MARY" userId="S::cv4001@hw.ac.uk::b16ac241-ec6f-437a-ba25-157485fbc453" providerId="AD" clId="Web-{4D427FEF-BBAF-F414-5EAC-7860B46865B7}" dt="2025-09-30T21:06:01.185" v="123" actId="20577"/>
      <pc:docMkLst>
        <pc:docMk/>
      </pc:docMkLst>
      <pc:sldChg chg="mod">
        <pc:chgData name="VELUTHEDATH JACOB, CHRISTA MARY" userId="S::cv4001@hw.ac.uk::b16ac241-ec6f-437a-ba25-157485fbc453" providerId="AD" clId="Web-{4D427FEF-BBAF-F414-5EAC-7860B46865B7}" dt="2025-09-30T18:59:14.609" v="115"/>
        <pc:sldMkLst>
          <pc:docMk/>
          <pc:sldMk cId="3833799027" sldId="258"/>
        </pc:sldMkLst>
      </pc:sldChg>
      <pc:sldChg chg="addSp delSp modSp mod setBg modClrScheme chgLayout">
        <pc:chgData name="VELUTHEDATH JACOB, CHRISTA MARY" userId="S::cv4001@hw.ac.uk::b16ac241-ec6f-437a-ba25-157485fbc453" providerId="AD" clId="Web-{4D427FEF-BBAF-F414-5EAC-7860B46865B7}" dt="2025-09-30T21:06:01.185" v="123" actId="20577"/>
        <pc:sldMkLst>
          <pc:docMk/>
          <pc:sldMk cId="4258090687" sldId="260"/>
        </pc:sldMkLst>
        <pc:spChg chg="mod">
          <ac:chgData name="VELUTHEDATH JACOB, CHRISTA MARY" userId="S::cv4001@hw.ac.uk::b16ac241-ec6f-437a-ba25-157485fbc453" providerId="AD" clId="Web-{4D427FEF-BBAF-F414-5EAC-7860B46865B7}" dt="2025-09-30T19:00:19.156" v="120" actId="20577"/>
          <ac:spMkLst>
            <pc:docMk/>
            <pc:sldMk cId="4258090687" sldId="260"/>
            <ac:spMk id="2" creationId="{253B9BA7-A256-1937-7A80-CF5AB9416702}"/>
          </ac:spMkLst>
        </pc:spChg>
        <pc:spChg chg="mod">
          <ac:chgData name="VELUTHEDATH JACOB, CHRISTA MARY" userId="S::cv4001@hw.ac.uk::b16ac241-ec6f-437a-ba25-157485fbc453" providerId="AD" clId="Web-{4D427FEF-BBAF-F414-5EAC-7860B46865B7}" dt="2025-09-30T18:32:41.135" v="18"/>
          <ac:spMkLst>
            <pc:docMk/>
            <pc:sldMk cId="4258090687" sldId="260"/>
            <ac:spMk id="17" creationId="{08BEE8F1-A895-4B26-F08E-2C0DBD837975}"/>
          </ac:spMkLst>
        </pc:spChg>
        <pc:spChg chg="mod">
          <ac:chgData name="VELUTHEDATH JACOB, CHRISTA MARY" userId="S::cv4001@hw.ac.uk::b16ac241-ec6f-437a-ba25-157485fbc453" providerId="AD" clId="Web-{4D427FEF-BBAF-F414-5EAC-7860B46865B7}" dt="2025-09-30T18:32:41.135" v="18"/>
          <ac:spMkLst>
            <pc:docMk/>
            <pc:sldMk cId="4258090687" sldId="260"/>
            <ac:spMk id="18" creationId="{E6C1761D-9BB9-0B2E-2B15-6432319D8BC0}"/>
          </ac:spMkLst>
        </pc:spChg>
        <pc:spChg chg="mod">
          <ac:chgData name="VELUTHEDATH JACOB, CHRISTA MARY" userId="S::cv4001@hw.ac.uk::b16ac241-ec6f-437a-ba25-157485fbc453" providerId="AD" clId="Web-{4D427FEF-BBAF-F414-5EAC-7860B46865B7}" dt="2025-09-30T18:32:41.135" v="18"/>
          <ac:spMkLst>
            <pc:docMk/>
            <pc:sldMk cId="4258090687" sldId="260"/>
            <ac:spMk id="19" creationId="{071CD248-816E-8411-4DFA-E7F865B67F58}"/>
          </ac:spMkLst>
        </pc:spChg>
        <pc:spChg chg="add del mod">
          <ac:chgData name="VELUTHEDATH JACOB, CHRISTA MARY" userId="S::cv4001@hw.ac.uk::b16ac241-ec6f-437a-ba25-157485fbc453" providerId="AD" clId="Web-{4D427FEF-BBAF-F414-5EAC-7860B46865B7}" dt="2025-09-30T18:32:41.135" v="18"/>
          <ac:spMkLst>
            <pc:docMk/>
            <pc:sldMk cId="4258090687" sldId="260"/>
            <ac:spMk id="22" creationId="{E5E47EAF-FA97-EAEA-9957-16ECA76CEBDA}"/>
          </ac:spMkLst>
        </pc:spChg>
        <pc:spChg chg="add del mod">
          <ac:chgData name="VELUTHEDATH JACOB, CHRISTA MARY" userId="S::cv4001@hw.ac.uk::b16ac241-ec6f-437a-ba25-157485fbc453" providerId="AD" clId="Web-{4D427FEF-BBAF-F414-5EAC-7860B46865B7}" dt="2025-09-30T18:32:33.494" v="16"/>
          <ac:spMkLst>
            <pc:docMk/>
            <pc:sldMk cId="4258090687" sldId="260"/>
            <ac:spMk id="120" creationId="{D8173385-CC28-31CE-762E-76A160354D44}"/>
          </ac:spMkLst>
        </pc:spChg>
        <pc:graphicFrameChg chg="add del mod modGraphic">
          <ac:chgData name="VELUTHEDATH JACOB, CHRISTA MARY" userId="S::cv4001@hw.ac.uk::b16ac241-ec6f-437a-ba25-157485fbc453" providerId="AD" clId="Web-{4D427FEF-BBAF-F414-5EAC-7860B46865B7}" dt="2025-09-30T21:06:01.185" v="123" actId="20577"/>
          <ac:graphicFrameMkLst>
            <pc:docMk/>
            <pc:sldMk cId="4258090687" sldId="260"/>
            <ac:graphicFrameMk id="20" creationId="{95F7CCFE-052E-9F4C-7CA8-D5076D96B04C}"/>
          </ac:graphicFrameMkLst>
        </pc:graphicFrameChg>
      </pc:sldChg>
      <pc:sldChg chg="addSp delSp modSp del mod modClrScheme chgLayout">
        <pc:chgData name="VELUTHEDATH JACOB, CHRISTA MARY" userId="S::cv4001@hw.ac.uk::b16ac241-ec6f-437a-ba25-157485fbc453" providerId="AD" clId="Web-{4D427FEF-BBAF-F414-5EAC-7860B46865B7}" dt="2025-09-30T20:47:15.768" v="121"/>
        <pc:sldMkLst>
          <pc:docMk/>
          <pc:sldMk cId="1879784505" sldId="264"/>
        </pc:sldMkLst>
        <pc:spChg chg="mod">
          <ac:chgData name="VELUTHEDATH JACOB, CHRISTA MARY" userId="S::cv4001@hw.ac.uk::b16ac241-ec6f-437a-ba25-157485fbc453" providerId="AD" clId="Web-{4D427FEF-BBAF-F414-5EAC-7860B46865B7}" dt="2025-09-30T18:37:32.582" v="53"/>
          <ac:spMkLst>
            <pc:docMk/>
            <pc:sldMk cId="1879784505" sldId="264"/>
            <ac:spMk id="2" creationId="{535110E3-2504-9C4B-5D65-B521B1D8C2F0}"/>
          </ac:spMkLst>
        </pc:spChg>
        <pc:spChg chg="add del mod">
          <ac:chgData name="VELUTHEDATH JACOB, CHRISTA MARY" userId="S::cv4001@hw.ac.uk::b16ac241-ec6f-437a-ba25-157485fbc453" providerId="AD" clId="Web-{4D427FEF-BBAF-F414-5EAC-7860B46865B7}" dt="2025-09-30T18:37:24.019" v="47"/>
          <ac:spMkLst>
            <pc:docMk/>
            <pc:sldMk cId="1879784505" sldId="264"/>
            <ac:spMk id="10" creationId="{358B4E2C-5C7D-5D1B-3801-23B02C0E9C98}"/>
          </ac:spMkLst>
        </pc:spChg>
        <pc:spChg chg="add del mod">
          <ac:chgData name="VELUTHEDATH JACOB, CHRISTA MARY" userId="S::cv4001@hw.ac.uk::b16ac241-ec6f-437a-ba25-157485fbc453" providerId="AD" clId="Web-{4D427FEF-BBAF-F414-5EAC-7860B46865B7}" dt="2025-09-30T18:37:24.019" v="47"/>
          <ac:spMkLst>
            <pc:docMk/>
            <pc:sldMk cId="1879784505" sldId="264"/>
            <ac:spMk id="12" creationId="{E6905860-A2C4-BF13-7F10-C134D033B43F}"/>
          </ac:spMkLst>
        </pc:spChg>
        <pc:spChg chg="add del mod">
          <ac:chgData name="VELUTHEDATH JACOB, CHRISTA MARY" userId="S::cv4001@hw.ac.uk::b16ac241-ec6f-437a-ba25-157485fbc453" providerId="AD" clId="Web-{4D427FEF-BBAF-F414-5EAC-7860B46865B7}" dt="2025-09-30T18:37:24.019" v="47"/>
          <ac:spMkLst>
            <pc:docMk/>
            <pc:sldMk cId="1879784505" sldId="264"/>
            <ac:spMk id="14" creationId="{4F6170E2-043A-0E1A-FD8B-3D6A1D872D95}"/>
          </ac:spMkLst>
        </pc:spChg>
        <pc:spChg chg="add del mod">
          <ac:chgData name="VELUTHEDATH JACOB, CHRISTA MARY" userId="S::cv4001@hw.ac.uk::b16ac241-ec6f-437a-ba25-157485fbc453" providerId="AD" clId="Web-{4D427FEF-BBAF-F414-5EAC-7860B46865B7}" dt="2025-09-30T18:37:24.019" v="47"/>
          <ac:spMkLst>
            <pc:docMk/>
            <pc:sldMk cId="1879784505" sldId="264"/>
            <ac:spMk id="16" creationId="{F21BB7B3-90FB-EC0F-72D4-E96345392C5F}"/>
          </ac:spMkLst>
        </pc:spChg>
        <pc:spChg chg="add del">
          <ac:chgData name="VELUTHEDATH JACOB, CHRISTA MARY" userId="S::cv4001@hw.ac.uk::b16ac241-ec6f-437a-ba25-157485fbc453" providerId="AD" clId="Web-{4D427FEF-BBAF-F414-5EAC-7860B46865B7}" dt="2025-09-30T18:37:32.582" v="53"/>
          <ac:spMkLst>
            <pc:docMk/>
            <pc:sldMk cId="1879784505" sldId="264"/>
            <ac:spMk id="18" creationId="{C66174BA-D9B5-202C-E37E-76E9E2EDE4D4}"/>
          </ac:spMkLst>
        </pc:spChg>
        <pc:spChg chg="add del">
          <ac:chgData name="VELUTHEDATH JACOB, CHRISTA MARY" userId="S::cv4001@hw.ac.uk::b16ac241-ec6f-437a-ba25-157485fbc453" providerId="AD" clId="Web-{4D427FEF-BBAF-F414-5EAC-7860B46865B7}" dt="2025-09-30T18:37:32.582" v="53"/>
          <ac:spMkLst>
            <pc:docMk/>
            <pc:sldMk cId="1879784505" sldId="264"/>
            <ac:spMk id="19" creationId="{6F6098F1-44B7-EA51-9A34-992D2EA8FF8B}"/>
          </ac:spMkLst>
        </pc:spChg>
        <pc:spChg chg="add del">
          <ac:chgData name="VELUTHEDATH JACOB, CHRISTA MARY" userId="S::cv4001@hw.ac.uk::b16ac241-ec6f-437a-ba25-157485fbc453" providerId="AD" clId="Web-{4D427FEF-BBAF-F414-5EAC-7860B46865B7}" dt="2025-09-30T18:37:32.582" v="53"/>
          <ac:spMkLst>
            <pc:docMk/>
            <pc:sldMk cId="1879784505" sldId="264"/>
            <ac:spMk id="20" creationId="{C5B0298E-6F2E-BE85-616E-BF0E4E82B61F}"/>
          </ac:spMkLst>
        </pc:spChg>
        <pc:picChg chg="add del mod">
          <ac:chgData name="VELUTHEDATH JACOB, CHRISTA MARY" userId="S::cv4001@hw.ac.uk::b16ac241-ec6f-437a-ba25-157485fbc453" providerId="AD" clId="Web-{4D427FEF-BBAF-F414-5EAC-7860B46865B7}" dt="2025-09-30T18:52:28.473" v="88"/>
          <ac:picMkLst>
            <pc:docMk/>
            <pc:sldMk cId="1879784505" sldId="264"/>
            <ac:picMk id="4" creationId="{8C5546FD-A307-E348-FF58-DC319C9C86AA}"/>
          </ac:picMkLst>
        </pc:picChg>
        <pc:picChg chg="mod ord">
          <ac:chgData name="VELUTHEDATH JACOB, CHRISTA MARY" userId="S::cv4001@hw.ac.uk::b16ac241-ec6f-437a-ba25-157485fbc453" providerId="AD" clId="Web-{4D427FEF-BBAF-F414-5EAC-7860B46865B7}" dt="2025-09-30T18:37:32.582" v="53"/>
          <ac:picMkLst>
            <pc:docMk/>
            <pc:sldMk cId="1879784505" sldId="264"/>
            <ac:picMk id="5" creationId="{8BECF11F-97BC-C60F-A224-33B54CFA0A2F}"/>
          </ac:picMkLst>
        </pc:picChg>
      </pc:sldChg>
      <pc:sldChg chg="modSp mod setBg">
        <pc:chgData name="VELUTHEDATH JACOB, CHRISTA MARY" userId="S::cv4001@hw.ac.uk::b16ac241-ec6f-437a-ba25-157485fbc453" providerId="AD" clId="Web-{4D427FEF-BBAF-F414-5EAC-7860B46865B7}" dt="2025-09-30T18:59:14.609" v="115"/>
        <pc:sldMkLst>
          <pc:docMk/>
          <pc:sldMk cId="3209007192" sldId="265"/>
        </pc:sldMkLst>
        <pc:spChg chg="mod">
          <ac:chgData name="VELUTHEDATH JACOB, CHRISTA MARY" userId="S::cv4001@hw.ac.uk::b16ac241-ec6f-437a-ba25-157485fbc453" providerId="AD" clId="Web-{4D427FEF-BBAF-F414-5EAC-7860B46865B7}" dt="2025-09-30T18:29:52.374" v="5" actId="20577"/>
          <ac:spMkLst>
            <pc:docMk/>
            <pc:sldMk cId="3209007192" sldId="265"/>
            <ac:spMk id="3" creationId="{F3BBF1B5-98C6-9737-55FC-631E55C8C67E}"/>
          </ac:spMkLst>
        </pc:spChg>
      </pc:sldChg>
      <pc:sldChg chg="del">
        <pc:chgData name="VELUTHEDATH JACOB, CHRISTA MARY" userId="S::cv4001@hw.ac.uk::b16ac241-ec6f-437a-ba25-157485fbc453" providerId="AD" clId="Web-{4D427FEF-BBAF-F414-5EAC-7860B46865B7}" dt="2025-09-30T18:31:25.209" v="8"/>
        <pc:sldMkLst>
          <pc:docMk/>
          <pc:sldMk cId="697961904" sldId="266"/>
        </pc:sldMkLst>
      </pc:sldChg>
      <pc:sldChg chg="mod">
        <pc:chgData name="VELUTHEDATH JACOB, CHRISTA MARY" userId="S::cv4001@hw.ac.uk::b16ac241-ec6f-437a-ba25-157485fbc453" providerId="AD" clId="Web-{4D427FEF-BBAF-F414-5EAC-7860B46865B7}" dt="2025-09-30T18:59:14.609" v="115"/>
        <pc:sldMkLst>
          <pc:docMk/>
          <pc:sldMk cId="632833226" sldId="267"/>
        </pc:sldMkLst>
      </pc:sldChg>
      <pc:sldChg chg="new del">
        <pc:chgData name="VELUTHEDATH JACOB, CHRISTA MARY" userId="S::cv4001@hw.ac.uk::b16ac241-ec6f-437a-ba25-157485fbc453" providerId="AD" clId="Web-{4D427FEF-BBAF-F414-5EAC-7860B46865B7}" dt="2025-09-30T18:34:51.093" v="31"/>
        <pc:sldMkLst>
          <pc:docMk/>
          <pc:sldMk cId="1831334108" sldId="268"/>
        </pc:sldMkLst>
      </pc:sldChg>
      <pc:sldChg chg="addSp delSp modSp new del">
        <pc:chgData name="VELUTHEDATH JACOB, CHRISTA MARY" userId="S::cv4001@hw.ac.uk::b16ac241-ec6f-437a-ba25-157485fbc453" providerId="AD" clId="Web-{4D427FEF-BBAF-F414-5EAC-7860B46865B7}" dt="2025-09-30T18:52:21.489" v="87"/>
        <pc:sldMkLst>
          <pc:docMk/>
          <pc:sldMk cId="3528066186" sldId="268"/>
        </pc:sldMkLst>
        <pc:spChg chg="del">
          <ac:chgData name="VELUTHEDATH JACOB, CHRISTA MARY" userId="S::cv4001@hw.ac.uk::b16ac241-ec6f-437a-ba25-157485fbc453" providerId="AD" clId="Web-{4D427FEF-BBAF-F414-5EAC-7860B46865B7}" dt="2025-09-30T18:42:06.415" v="56"/>
          <ac:spMkLst>
            <pc:docMk/>
            <pc:sldMk cId="3528066186" sldId="268"/>
            <ac:spMk id="2" creationId="{FE90D30C-668C-9486-1040-C5F8CB6B4FFF}"/>
          </ac:spMkLst>
        </pc:spChg>
        <pc:spChg chg="del">
          <ac:chgData name="VELUTHEDATH JACOB, CHRISTA MARY" userId="S::cv4001@hw.ac.uk::b16ac241-ec6f-437a-ba25-157485fbc453" providerId="AD" clId="Web-{4D427FEF-BBAF-F414-5EAC-7860B46865B7}" dt="2025-09-30T18:42:18.259" v="57"/>
          <ac:spMkLst>
            <pc:docMk/>
            <pc:sldMk cId="3528066186" sldId="268"/>
            <ac:spMk id="3" creationId="{FF5C56AF-C6D8-06CD-00E4-46961F647741}"/>
          </ac:spMkLst>
        </pc:spChg>
        <pc:spChg chg="mod">
          <ac:chgData name="VELUTHEDATH JACOB, CHRISTA MARY" userId="S::cv4001@hw.ac.uk::b16ac241-ec6f-437a-ba25-157485fbc453" providerId="AD" clId="Web-{4D427FEF-BBAF-F414-5EAC-7860B46865B7}" dt="2025-09-30T18:51:19.784" v="80"/>
          <ac:spMkLst>
            <pc:docMk/>
            <pc:sldMk cId="3528066186" sldId="268"/>
            <ac:spMk id="4" creationId="{A8C5BD5B-5D30-CB36-73F6-EC08203E7B4F}"/>
          </ac:spMkLst>
        </pc:spChg>
        <pc:spChg chg="mod">
          <ac:chgData name="VELUTHEDATH JACOB, CHRISTA MARY" userId="S::cv4001@hw.ac.uk::b16ac241-ec6f-437a-ba25-157485fbc453" providerId="AD" clId="Web-{4D427FEF-BBAF-F414-5EAC-7860B46865B7}" dt="2025-09-30T18:51:19.784" v="80"/>
          <ac:spMkLst>
            <pc:docMk/>
            <pc:sldMk cId="3528066186" sldId="268"/>
            <ac:spMk id="5" creationId="{C8DEA7F8-F1D7-83F1-3A7C-8ACADDE27E30}"/>
          </ac:spMkLst>
        </pc:spChg>
        <pc:spChg chg="mod">
          <ac:chgData name="VELUTHEDATH JACOB, CHRISTA MARY" userId="S::cv4001@hw.ac.uk::b16ac241-ec6f-437a-ba25-157485fbc453" providerId="AD" clId="Web-{4D427FEF-BBAF-F414-5EAC-7860B46865B7}" dt="2025-09-30T18:51:19.784" v="80"/>
          <ac:spMkLst>
            <pc:docMk/>
            <pc:sldMk cId="3528066186" sldId="268"/>
            <ac:spMk id="6" creationId="{92D0A5FC-4D45-BC79-405A-773C7D03FB23}"/>
          </ac:spMkLst>
        </pc:spChg>
        <pc:spChg chg="add mod ord">
          <ac:chgData name="VELUTHEDATH JACOB, CHRISTA MARY" userId="S::cv4001@hw.ac.uk::b16ac241-ec6f-437a-ba25-157485fbc453" providerId="AD" clId="Web-{4D427FEF-BBAF-F414-5EAC-7860B46865B7}" dt="2025-09-30T18:52:12.879" v="86" actId="20577"/>
          <ac:spMkLst>
            <pc:docMk/>
            <pc:sldMk cId="3528066186" sldId="268"/>
            <ac:spMk id="9" creationId="{DBB1B294-EA73-12C2-A010-6F97E413DC36}"/>
          </ac:spMkLst>
        </pc:spChg>
        <pc:picChg chg="add del mod">
          <ac:chgData name="VELUTHEDATH JACOB, CHRISTA MARY" userId="S::cv4001@hw.ac.uk::b16ac241-ec6f-437a-ba25-157485fbc453" providerId="AD" clId="Web-{4D427FEF-BBAF-F414-5EAC-7860B46865B7}" dt="2025-09-30T18:42:24.166" v="60"/>
          <ac:picMkLst>
            <pc:docMk/>
            <pc:sldMk cId="3528066186" sldId="268"/>
            <ac:picMk id="7" creationId="{A765A572-1EEF-ACA8-B148-8719D83D6E37}"/>
          </ac:picMkLst>
        </pc:picChg>
        <pc:picChg chg="add mod ord">
          <ac:chgData name="VELUTHEDATH JACOB, CHRISTA MARY" userId="S::cv4001@hw.ac.uk::b16ac241-ec6f-437a-ba25-157485fbc453" providerId="AD" clId="Web-{4D427FEF-BBAF-F414-5EAC-7860B46865B7}" dt="2025-09-30T18:51:19.784" v="80"/>
          <ac:picMkLst>
            <pc:docMk/>
            <pc:sldMk cId="3528066186" sldId="268"/>
            <ac:picMk id="8" creationId="{07AAAC90-AEBC-6360-1CD6-D3B99377768C}"/>
          </ac:picMkLst>
        </pc:picChg>
      </pc:sldChg>
      <pc:sldChg chg="addSp delSp modSp new mod setBg modClrScheme chgLayout">
        <pc:chgData name="VELUTHEDATH JACOB, CHRISTA MARY" userId="S::cv4001@hw.ac.uk::b16ac241-ec6f-437a-ba25-157485fbc453" providerId="AD" clId="Web-{4D427FEF-BBAF-F414-5EAC-7860B46865B7}" dt="2025-09-30T18:59:14.609" v="115"/>
        <pc:sldMkLst>
          <pc:docMk/>
          <pc:sldMk cId="3570468046" sldId="268"/>
        </pc:sldMkLst>
        <pc:spChg chg="del">
          <ac:chgData name="VELUTHEDATH JACOB, CHRISTA MARY" userId="S::cv4001@hw.ac.uk::b16ac241-ec6f-437a-ba25-157485fbc453" providerId="AD" clId="Web-{4D427FEF-BBAF-F414-5EAC-7860B46865B7}" dt="2025-09-30T18:53:06.943" v="90"/>
          <ac:spMkLst>
            <pc:docMk/>
            <pc:sldMk cId="3570468046" sldId="268"/>
            <ac:spMk id="2" creationId="{977C5A7B-B00A-DAD7-9405-023FE5E95D96}"/>
          </ac:spMkLst>
        </pc:spChg>
        <pc:spChg chg="del">
          <ac:chgData name="VELUTHEDATH JACOB, CHRISTA MARY" userId="S::cv4001@hw.ac.uk::b16ac241-ec6f-437a-ba25-157485fbc453" providerId="AD" clId="Web-{4D427FEF-BBAF-F414-5EAC-7860B46865B7}" dt="2025-09-30T18:53:06.943" v="90"/>
          <ac:spMkLst>
            <pc:docMk/>
            <pc:sldMk cId="3570468046" sldId="268"/>
            <ac:spMk id="3" creationId="{29825C3E-59CC-5EC3-C142-709ED557BA5D}"/>
          </ac:spMkLst>
        </pc:spChg>
        <pc:spChg chg="mod ord">
          <ac:chgData name="VELUTHEDATH JACOB, CHRISTA MARY" userId="S::cv4001@hw.ac.uk::b16ac241-ec6f-437a-ba25-157485fbc453" providerId="AD" clId="Web-{4D427FEF-BBAF-F414-5EAC-7860B46865B7}" dt="2025-09-30T18:53:06.943" v="90"/>
          <ac:spMkLst>
            <pc:docMk/>
            <pc:sldMk cId="3570468046" sldId="268"/>
            <ac:spMk id="4" creationId="{D3B61B16-422C-CF34-9274-143A666F5BB2}"/>
          </ac:spMkLst>
        </pc:spChg>
        <pc:spChg chg="mod ord">
          <ac:chgData name="VELUTHEDATH JACOB, CHRISTA MARY" userId="S::cv4001@hw.ac.uk::b16ac241-ec6f-437a-ba25-157485fbc453" providerId="AD" clId="Web-{4D427FEF-BBAF-F414-5EAC-7860B46865B7}" dt="2025-09-30T18:53:06.943" v="90"/>
          <ac:spMkLst>
            <pc:docMk/>
            <pc:sldMk cId="3570468046" sldId="268"/>
            <ac:spMk id="5" creationId="{B65C39BB-75AC-FD3E-50D0-9DA39F8E5CAE}"/>
          </ac:spMkLst>
        </pc:spChg>
        <pc:spChg chg="mod ord">
          <ac:chgData name="VELUTHEDATH JACOB, CHRISTA MARY" userId="S::cv4001@hw.ac.uk::b16ac241-ec6f-437a-ba25-157485fbc453" providerId="AD" clId="Web-{4D427FEF-BBAF-F414-5EAC-7860B46865B7}" dt="2025-09-30T18:53:06.943" v="90"/>
          <ac:spMkLst>
            <pc:docMk/>
            <pc:sldMk cId="3570468046" sldId="268"/>
            <ac:spMk id="6" creationId="{DFD6A937-CFAD-1C2D-716D-6A6D21A57741}"/>
          </ac:spMkLst>
        </pc:spChg>
        <pc:spChg chg="add mod">
          <ac:chgData name="VELUTHEDATH JACOB, CHRISTA MARY" userId="S::cv4001@hw.ac.uk::b16ac241-ec6f-437a-ba25-157485fbc453" providerId="AD" clId="Web-{4D427FEF-BBAF-F414-5EAC-7860B46865B7}" dt="2025-09-30T18:55:23.306" v="110" actId="1076"/>
          <ac:spMkLst>
            <pc:docMk/>
            <pc:sldMk cId="3570468046" sldId="268"/>
            <ac:spMk id="7" creationId="{A446A399-C0CA-FDDE-F3F4-9E60EA971B8D}"/>
          </ac:spMkLst>
        </pc:spChg>
      </pc:sldChg>
      <pc:sldChg chg="addSp delSp new del">
        <pc:chgData name="VELUTHEDATH JACOB, CHRISTA MARY" userId="S::cv4001@hw.ac.uk::b16ac241-ec6f-437a-ba25-157485fbc453" providerId="AD" clId="Web-{4D427FEF-BBAF-F414-5EAC-7860B46865B7}" dt="2025-09-30T18:34:23.670" v="29"/>
        <pc:sldMkLst>
          <pc:docMk/>
          <pc:sldMk cId="3661206471" sldId="268"/>
        </pc:sldMkLst>
        <pc:spChg chg="add del">
          <ac:chgData name="VELUTHEDATH JACOB, CHRISTA MARY" userId="S::cv4001@hw.ac.uk::b16ac241-ec6f-437a-ba25-157485fbc453" providerId="AD" clId="Web-{4D427FEF-BBAF-F414-5EAC-7860B46865B7}" dt="2025-09-30T18:34:21.639" v="27"/>
          <ac:spMkLst>
            <pc:docMk/>
            <pc:sldMk cId="3661206471" sldId="268"/>
            <ac:spMk id="2" creationId="{473C69E7-BA10-D0D8-1DF7-CED443FD2C5C}"/>
          </ac:spMkLst>
        </pc:spChg>
        <pc:spChg chg="add del">
          <ac:chgData name="VELUTHEDATH JACOB, CHRISTA MARY" userId="S::cv4001@hw.ac.uk::b16ac241-ec6f-437a-ba25-157485fbc453" providerId="AD" clId="Web-{4D427FEF-BBAF-F414-5EAC-7860B46865B7}" dt="2025-09-30T18:34:23.139" v="28"/>
          <ac:spMkLst>
            <pc:docMk/>
            <pc:sldMk cId="3661206471" sldId="268"/>
            <ac:spMk id="8" creationId="{EA59055F-C3DA-CB84-38DC-0E6096D26626}"/>
          </ac:spMkLst>
        </pc:spChg>
        <pc:graphicFrameChg chg="add del">
          <ac:chgData name="VELUTHEDATH JACOB, CHRISTA MARY" userId="S::cv4001@hw.ac.uk::b16ac241-ec6f-437a-ba25-157485fbc453" providerId="AD" clId="Web-{4D427FEF-BBAF-F414-5EAC-7860B46865B7}" dt="2025-09-30T18:34:17.482" v="26"/>
          <ac:graphicFrameMkLst>
            <pc:docMk/>
            <pc:sldMk cId="3661206471" sldId="268"/>
            <ac:graphicFrameMk id="10" creationId="{99180EE7-67F0-5DFF-4495-AD0324557C11}"/>
          </ac:graphicFrameMkLst>
        </pc:graphicFrameChg>
      </pc:sldChg>
      <pc:sldMasterChg chg="mod setBg modSldLayout">
        <pc:chgData name="VELUTHEDATH JACOB, CHRISTA MARY" userId="S::cv4001@hw.ac.uk::b16ac241-ec6f-437a-ba25-157485fbc453" providerId="AD" clId="Web-{4D427FEF-BBAF-F414-5EAC-7860B46865B7}" dt="2025-09-30T18:59:14.609" v="115"/>
        <pc:sldMasterMkLst>
          <pc:docMk/>
          <pc:sldMasterMk cId="3189568103" sldId="2147483744"/>
        </pc:sldMasterMkLst>
        <pc:sldLayoutChg chg="mod">
          <pc:chgData name="VELUTHEDATH JACOB, CHRISTA MARY" userId="S::cv4001@hw.ac.uk::b16ac241-ec6f-437a-ba25-157485fbc453" providerId="AD" clId="Web-{4D427FEF-BBAF-F414-5EAC-7860B46865B7}" dt="2025-09-30T18:59:14.609" v="115"/>
          <pc:sldLayoutMkLst>
            <pc:docMk/>
            <pc:sldMasterMk cId="3189568103" sldId="2147483744"/>
            <pc:sldLayoutMk cId="3825202226" sldId="2147483745"/>
          </pc:sldLayoutMkLst>
        </pc:sldLayoutChg>
        <pc:sldLayoutChg chg="mod">
          <pc:chgData name="VELUTHEDATH JACOB, CHRISTA MARY" userId="S::cv4001@hw.ac.uk::b16ac241-ec6f-437a-ba25-157485fbc453" providerId="AD" clId="Web-{4D427FEF-BBAF-F414-5EAC-7860B46865B7}" dt="2025-09-30T18:59:14.609" v="115"/>
          <pc:sldLayoutMkLst>
            <pc:docMk/>
            <pc:sldMasterMk cId="3189568103" sldId="2147483744"/>
            <pc:sldLayoutMk cId="2199873215" sldId="2147483746"/>
          </pc:sldLayoutMkLst>
        </pc:sldLayoutChg>
        <pc:sldLayoutChg chg="mod">
          <pc:chgData name="VELUTHEDATH JACOB, CHRISTA MARY" userId="S::cv4001@hw.ac.uk::b16ac241-ec6f-437a-ba25-157485fbc453" providerId="AD" clId="Web-{4D427FEF-BBAF-F414-5EAC-7860B46865B7}" dt="2025-09-30T18:59:14.609" v="115"/>
          <pc:sldLayoutMkLst>
            <pc:docMk/>
            <pc:sldMasterMk cId="3189568103" sldId="2147483744"/>
            <pc:sldLayoutMk cId="2762816868" sldId="2147483747"/>
          </pc:sldLayoutMkLst>
        </pc:sldLayoutChg>
        <pc:sldLayoutChg chg="mod">
          <pc:chgData name="VELUTHEDATH JACOB, CHRISTA MARY" userId="S::cv4001@hw.ac.uk::b16ac241-ec6f-437a-ba25-157485fbc453" providerId="AD" clId="Web-{4D427FEF-BBAF-F414-5EAC-7860B46865B7}" dt="2025-09-30T18:59:14.609" v="115"/>
          <pc:sldLayoutMkLst>
            <pc:docMk/>
            <pc:sldMasterMk cId="3189568103" sldId="2147483744"/>
            <pc:sldLayoutMk cId="848046767" sldId="2147483748"/>
          </pc:sldLayoutMkLst>
        </pc:sldLayoutChg>
        <pc:sldLayoutChg chg="mod">
          <pc:chgData name="VELUTHEDATH JACOB, CHRISTA MARY" userId="S::cv4001@hw.ac.uk::b16ac241-ec6f-437a-ba25-157485fbc453" providerId="AD" clId="Web-{4D427FEF-BBAF-F414-5EAC-7860B46865B7}" dt="2025-09-30T18:59:14.609" v="115"/>
          <pc:sldLayoutMkLst>
            <pc:docMk/>
            <pc:sldMasterMk cId="3189568103" sldId="2147483744"/>
            <pc:sldLayoutMk cId="1840875911" sldId="2147483749"/>
          </pc:sldLayoutMkLst>
        </pc:sldLayoutChg>
        <pc:sldLayoutChg chg="mod">
          <pc:chgData name="VELUTHEDATH JACOB, CHRISTA MARY" userId="S::cv4001@hw.ac.uk::b16ac241-ec6f-437a-ba25-157485fbc453" providerId="AD" clId="Web-{4D427FEF-BBAF-F414-5EAC-7860B46865B7}" dt="2025-09-30T18:59:14.609" v="115"/>
          <pc:sldLayoutMkLst>
            <pc:docMk/>
            <pc:sldMasterMk cId="3189568103" sldId="2147483744"/>
            <pc:sldLayoutMk cId="742351829" sldId="2147483750"/>
          </pc:sldLayoutMkLst>
        </pc:sldLayoutChg>
        <pc:sldLayoutChg chg="mod">
          <pc:chgData name="VELUTHEDATH JACOB, CHRISTA MARY" userId="S::cv4001@hw.ac.uk::b16ac241-ec6f-437a-ba25-157485fbc453" providerId="AD" clId="Web-{4D427FEF-BBAF-F414-5EAC-7860B46865B7}" dt="2025-09-30T18:59:14.609" v="115"/>
          <pc:sldLayoutMkLst>
            <pc:docMk/>
            <pc:sldMasterMk cId="3189568103" sldId="2147483744"/>
            <pc:sldLayoutMk cId="2099036468" sldId="2147483751"/>
          </pc:sldLayoutMkLst>
        </pc:sldLayoutChg>
        <pc:sldLayoutChg chg="mod">
          <pc:chgData name="VELUTHEDATH JACOB, CHRISTA MARY" userId="S::cv4001@hw.ac.uk::b16ac241-ec6f-437a-ba25-157485fbc453" providerId="AD" clId="Web-{4D427FEF-BBAF-F414-5EAC-7860B46865B7}" dt="2025-09-30T18:59:14.609" v="115"/>
          <pc:sldLayoutMkLst>
            <pc:docMk/>
            <pc:sldMasterMk cId="3189568103" sldId="2147483744"/>
            <pc:sldLayoutMk cId="1418832534" sldId="2147483752"/>
          </pc:sldLayoutMkLst>
        </pc:sldLayoutChg>
        <pc:sldLayoutChg chg="mod">
          <pc:chgData name="VELUTHEDATH JACOB, CHRISTA MARY" userId="S::cv4001@hw.ac.uk::b16ac241-ec6f-437a-ba25-157485fbc453" providerId="AD" clId="Web-{4D427FEF-BBAF-F414-5EAC-7860B46865B7}" dt="2025-09-30T18:59:14.609" v="115"/>
          <pc:sldLayoutMkLst>
            <pc:docMk/>
            <pc:sldMasterMk cId="3189568103" sldId="2147483744"/>
            <pc:sldLayoutMk cId="1525545309" sldId="2147483753"/>
          </pc:sldLayoutMkLst>
        </pc:sldLayoutChg>
        <pc:sldLayoutChg chg="mod">
          <pc:chgData name="VELUTHEDATH JACOB, CHRISTA MARY" userId="S::cv4001@hw.ac.uk::b16ac241-ec6f-437a-ba25-157485fbc453" providerId="AD" clId="Web-{4D427FEF-BBAF-F414-5EAC-7860B46865B7}" dt="2025-09-30T18:59:14.609" v="115"/>
          <pc:sldLayoutMkLst>
            <pc:docMk/>
            <pc:sldMasterMk cId="3189568103" sldId="2147483744"/>
            <pc:sldLayoutMk cId="1243411387" sldId="2147483754"/>
          </pc:sldLayoutMkLst>
        </pc:sldLayoutChg>
        <pc:sldLayoutChg chg="mod">
          <pc:chgData name="VELUTHEDATH JACOB, CHRISTA MARY" userId="S::cv4001@hw.ac.uk::b16ac241-ec6f-437a-ba25-157485fbc453" providerId="AD" clId="Web-{4D427FEF-BBAF-F414-5EAC-7860B46865B7}" dt="2025-09-30T18:59:14.609" v="115"/>
          <pc:sldLayoutMkLst>
            <pc:docMk/>
            <pc:sldMasterMk cId="3189568103" sldId="2147483744"/>
            <pc:sldLayoutMk cId="2300455996" sldId="2147483755"/>
          </pc:sldLayoutMkLst>
        </pc:sldLayoutChg>
      </pc:sldMasterChg>
    </pc:docChg>
  </pc:docChgLst>
  <pc:docChgLst>
    <pc:chgData name="VELUTHEDATH JACOB, CHRISTA MARY" userId="S::cv4001@hw.ac.uk::b16ac241-ec6f-437a-ba25-157485fbc453" providerId="AD" clId="Web-{C3643809-2C90-0DB9-B1EB-82A32BFF9365}"/>
    <pc:docChg chg="modSld">
      <pc:chgData name="VELUTHEDATH JACOB, CHRISTA MARY" userId="S::cv4001@hw.ac.uk::b16ac241-ec6f-437a-ba25-157485fbc453" providerId="AD" clId="Web-{C3643809-2C90-0DB9-B1EB-82A32BFF9365}" dt="2025-10-01T12:09:06.497" v="36" actId="20577"/>
      <pc:docMkLst>
        <pc:docMk/>
      </pc:docMkLst>
      <pc:sldChg chg="addSp delSp modSp">
        <pc:chgData name="VELUTHEDATH JACOB, CHRISTA MARY" userId="S::cv4001@hw.ac.uk::b16ac241-ec6f-437a-ba25-157485fbc453" providerId="AD" clId="Web-{C3643809-2C90-0DB9-B1EB-82A32BFF9365}" dt="2025-10-01T12:09:06.497" v="36" actId="20577"/>
        <pc:sldMkLst>
          <pc:docMk/>
          <pc:sldMk cId="3381668224" sldId="270"/>
        </pc:sldMkLst>
        <pc:spChg chg="del">
          <ac:chgData name="VELUTHEDATH JACOB, CHRISTA MARY" userId="S::cv4001@hw.ac.uk::b16ac241-ec6f-437a-ba25-157485fbc453" providerId="AD" clId="Web-{C3643809-2C90-0DB9-B1EB-82A32BFF9365}" dt="2025-10-01T12:07:59.462" v="0"/>
          <ac:spMkLst>
            <pc:docMk/>
            <pc:sldMk cId="3381668224" sldId="270"/>
            <ac:spMk id="2" creationId="{28EC5CE0-7633-1408-CAD1-EFCCCD1E9701}"/>
          </ac:spMkLst>
        </pc:spChg>
        <pc:spChg chg="mod">
          <ac:chgData name="VELUTHEDATH JACOB, CHRISTA MARY" userId="S::cv4001@hw.ac.uk::b16ac241-ec6f-437a-ba25-157485fbc453" providerId="AD" clId="Web-{C3643809-2C90-0DB9-B1EB-82A32BFF9365}" dt="2025-10-01T12:08:42.214" v="27" actId="20577"/>
          <ac:spMkLst>
            <pc:docMk/>
            <pc:sldMk cId="3381668224" sldId="270"/>
            <ac:spMk id="3" creationId="{81360F91-55B6-DD2E-7DD9-3CE0D5FB7A95}"/>
          </ac:spMkLst>
        </pc:spChg>
        <pc:spChg chg="add del mod">
          <ac:chgData name="VELUTHEDATH JACOB, CHRISTA MARY" userId="S::cv4001@hw.ac.uk::b16ac241-ec6f-437a-ba25-157485fbc453" providerId="AD" clId="Web-{C3643809-2C90-0DB9-B1EB-82A32BFF9365}" dt="2025-10-01T12:08:03.259" v="1"/>
          <ac:spMkLst>
            <pc:docMk/>
            <pc:sldMk cId="3381668224" sldId="270"/>
            <ac:spMk id="8" creationId="{56D4D9F1-BB3C-E641-48F5-03E6EFAB9009}"/>
          </ac:spMkLst>
        </pc:spChg>
        <pc:spChg chg="add mod">
          <ac:chgData name="VELUTHEDATH JACOB, CHRISTA MARY" userId="S::cv4001@hw.ac.uk::b16ac241-ec6f-437a-ba25-157485fbc453" providerId="AD" clId="Web-{C3643809-2C90-0DB9-B1EB-82A32BFF9365}" dt="2025-10-01T12:09:06.497" v="36" actId="20577"/>
          <ac:spMkLst>
            <pc:docMk/>
            <pc:sldMk cId="3381668224" sldId="270"/>
            <ac:spMk id="10" creationId="{228364A6-A776-0F34-7EA7-B7EC6EC40B93}"/>
          </ac:spMkLst>
        </pc:spChg>
      </pc:sldChg>
    </pc:docChg>
  </pc:docChgLst>
  <pc:docChgLst>
    <pc:chgData name="Linan, Oriol" userId="S::ol4006@hw.ac.uk::e14389dc-3545-4d18-960d-aafc4314028d" providerId="AD" clId="Web-{1F0323DD-7FD0-91ED-AEF4-750560D64BC9}"/>
    <pc:docChg chg="modSld">
      <pc:chgData name="Linan, Oriol" userId="S::ol4006@hw.ac.uk::e14389dc-3545-4d18-960d-aafc4314028d" providerId="AD" clId="Web-{1F0323DD-7FD0-91ED-AEF4-750560D64BC9}" dt="2025-10-01T11:57:59.418" v="232" actId="20577"/>
      <pc:docMkLst>
        <pc:docMk/>
      </pc:docMkLst>
      <pc:sldChg chg="modSp">
        <pc:chgData name="Linan, Oriol" userId="S::ol4006@hw.ac.uk::e14389dc-3545-4d18-960d-aafc4314028d" providerId="AD" clId="Web-{1F0323DD-7FD0-91ED-AEF4-750560D64BC9}" dt="2025-10-01T11:57:59.418" v="232" actId="20577"/>
        <pc:sldMkLst>
          <pc:docMk/>
          <pc:sldMk cId="632833226" sldId="267"/>
        </pc:sldMkLst>
        <pc:spChg chg="mod">
          <ac:chgData name="Linan, Oriol" userId="S::ol4006@hw.ac.uk::e14389dc-3545-4d18-960d-aafc4314028d" providerId="AD" clId="Web-{1F0323DD-7FD0-91ED-AEF4-750560D64BC9}" dt="2025-10-01T11:57:59.418" v="232" actId="20577"/>
          <ac:spMkLst>
            <pc:docMk/>
            <pc:sldMk cId="632833226" sldId="267"/>
            <ac:spMk id="6" creationId="{C6539FB8-F154-E255-BA4A-390BFEDD0EC9}"/>
          </ac:spMkLst>
        </pc:spChg>
      </pc:sldChg>
      <pc:sldChg chg="modSp">
        <pc:chgData name="Linan, Oriol" userId="S::ol4006@hw.ac.uk::e14389dc-3545-4d18-960d-aafc4314028d" providerId="AD" clId="Web-{1F0323DD-7FD0-91ED-AEF4-750560D64BC9}" dt="2025-10-01T11:54:56.350" v="210" actId="14100"/>
        <pc:sldMkLst>
          <pc:docMk/>
          <pc:sldMk cId="3381668224" sldId="270"/>
        </pc:sldMkLst>
        <pc:spChg chg="mod">
          <ac:chgData name="Linan, Oriol" userId="S::ol4006@hw.ac.uk::e14389dc-3545-4d18-960d-aafc4314028d" providerId="AD" clId="Web-{1F0323DD-7FD0-91ED-AEF4-750560D64BC9}" dt="2025-10-01T11:54:56.350" v="210" actId="14100"/>
          <ac:spMkLst>
            <pc:docMk/>
            <pc:sldMk cId="3381668224" sldId="270"/>
            <ac:spMk id="3" creationId="{81360F91-55B6-DD2E-7DD9-3CE0D5FB7A95}"/>
          </ac:spMkLst>
        </pc:spChg>
      </pc:sldChg>
    </pc:docChg>
  </pc:docChgLst>
  <pc:docChgLst>
    <pc:chgData name="VELUTHEDATH JACOB, CHRISTA MARY" userId="S::cv4001@hw.ac.uk::b16ac241-ec6f-437a-ba25-157485fbc453" providerId="AD" clId="Web-{064CAB2C-A0E0-E891-542C-FA8EDCFFD1D4}"/>
    <pc:docChg chg="modSld">
      <pc:chgData name="VELUTHEDATH JACOB, CHRISTA MARY" userId="S::cv4001@hw.ac.uk::b16ac241-ec6f-437a-ba25-157485fbc453" providerId="AD" clId="Web-{064CAB2C-A0E0-E891-542C-FA8EDCFFD1D4}" dt="2025-09-29T10:06:58.163" v="33" actId="20577"/>
      <pc:docMkLst>
        <pc:docMk/>
      </pc:docMkLst>
      <pc:sldChg chg="modSp">
        <pc:chgData name="VELUTHEDATH JACOB, CHRISTA MARY" userId="S::cv4001@hw.ac.uk::b16ac241-ec6f-437a-ba25-157485fbc453" providerId="AD" clId="Web-{064CAB2C-A0E0-E891-542C-FA8EDCFFD1D4}" dt="2025-09-29T10:06:45.600" v="29" actId="1076"/>
        <pc:sldMkLst>
          <pc:docMk/>
          <pc:sldMk cId="3833799027" sldId="258"/>
        </pc:sldMkLst>
        <pc:picChg chg="mod">
          <ac:chgData name="VELUTHEDATH JACOB, CHRISTA MARY" userId="S::cv4001@hw.ac.uk::b16ac241-ec6f-437a-ba25-157485fbc453" providerId="AD" clId="Web-{064CAB2C-A0E0-E891-542C-FA8EDCFFD1D4}" dt="2025-09-29T10:06:45.600" v="29" actId="1076"/>
          <ac:picMkLst>
            <pc:docMk/>
            <pc:sldMk cId="3833799027" sldId="258"/>
            <ac:picMk id="7" creationId="{CD4D4832-D08A-8970-E307-4A245C417E84}"/>
          </ac:picMkLst>
        </pc:picChg>
      </pc:sldChg>
    </pc:docChg>
  </pc:docChgLst>
  <pc:docChgLst>
    <pc:chgData name="Nthiwa, Mercy" userId="S::mmn4000@hw.ac.uk::a0decf84-4928-4cbe-a303-41f34db7d9be" providerId="AD" clId="Web-{896B4C1A-529F-12A3-7A03-61C045A4BD8A}"/>
    <pc:docChg chg="modSld">
      <pc:chgData name="Nthiwa, Mercy" userId="S::mmn4000@hw.ac.uk::a0decf84-4928-4cbe-a303-41f34db7d9be" providerId="AD" clId="Web-{896B4C1A-529F-12A3-7A03-61C045A4BD8A}" dt="2025-09-30T22:10:40.812" v="5"/>
      <pc:docMkLst>
        <pc:docMk/>
      </pc:docMkLst>
      <pc:sldChg chg="modSp">
        <pc:chgData name="Nthiwa, Mercy" userId="S::mmn4000@hw.ac.uk::a0decf84-4928-4cbe-a303-41f34db7d9be" providerId="AD" clId="Web-{896B4C1A-529F-12A3-7A03-61C045A4BD8A}" dt="2025-09-30T22:08:21.667" v="2" actId="20577"/>
        <pc:sldMkLst>
          <pc:docMk/>
          <pc:sldMk cId="3570468046" sldId="268"/>
        </pc:sldMkLst>
        <pc:spChg chg="mod">
          <ac:chgData name="Nthiwa, Mercy" userId="S::mmn4000@hw.ac.uk::a0decf84-4928-4cbe-a303-41f34db7d9be" providerId="AD" clId="Web-{896B4C1A-529F-12A3-7A03-61C045A4BD8A}" dt="2025-09-30T22:08:21.667" v="2" actId="20577"/>
          <ac:spMkLst>
            <pc:docMk/>
            <pc:sldMk cId="3570468046" sldId="268"/>
            <ac:spMk id="7" creationId="{A446A399-C0CA-FDDE-F3F4-9E60EA971B8D}"/>
          </ac:spMkLst>
        </pc:spChg>
      </pc:sldChg>
    </pc:docChg>
  </pc:docChgLst>
  <pc:docChgLst>
    <pc:chgData name="Larroya, Gonzalo" userId="S::gl4003@hw.ac.uk::b1a277e7-ac6c-417f-a9be-18ebd6f43d38" providerId="AD" clId="Web-{E8C23431-BAB3-F338-B5CE-1AA0B7E4500E}"/>
    <pc:docChg chg="modSld">
      <pc:chgData name="Larroya, Gonzalo" userId="S::gl4003@hw.ac.uk::b1a277e7-ac6c-417f-a9be-18ebd6f43d38" providerId="AD" clId="Web-{E8C23431-BAB3-F338-B5CE-1AA0B7E4500E}" dt="2025-10-01T11:42:15.934" v="164" actId="20577"/>
      <pc:docMkLst>
        <pc:docMk/>
      </pc:docMkLst>
      <pc:sldChg chg="modSp">
        <pc:chgData name="Larroya, Gonzalo" userId="S::gl4003@hw.ac.uk::b1a277e7-ac6c-417f-a9be-18ebd6f43d38" providerId="AD" clId="Web-{E8C23431-BAB3-F338-B5CE-1AA0B7E4500E}" dt="2025-10-01T11:22:13.314" v="4" actId="1076"/>
        <pc:sldMkLst>
          <pc:docMk/>
          <pc:sldMk cId="3833799027" sldId="258"/>
        </pc:sldMkLst>
        <pc:spChg chg="mod">
          <ac:chgData name="Larroya, Gonzalo" userId="S::gl4003@hw.ac.uk::b1a277e7-ac6c-417f-a9be-18ebd6f43d38" providerId="AD" clId="Web-{E8C23431-BAB3-F338-B5CE-1AA0B7E4500E}" dt="2025-10-01T11:22:13.314" v="4" actId="1076"/>
          <ac:spMkLst>
            <pc:docMk/>
            <pc:sldMk cId="3833799027" sldId="258"/>
            <ac:spMk id="9" creationId="{9AD6AA13-1082-15EC-9BA1-50E2156439D4}"/>
          </ac:spMkLst>
        </pc:spChg>
      </pc:sldChg>
      <pc:sldChg chg="modSp">
        <pc:chgData name="Larroya, Gonzalo" userId="S::gl4003@hw.ac.uk::b1a277e7-ac6c-417f-a9be-18ebd6f43d38" providerId="AD" clId="Web-{E8C23431-BAB3-F338-B5CE-1AA0B7E4500E}" dt="2025-10-01T11:42:15.934" v="164" actId="20577"/>
        <pc:sldMkLst>
          <pc:docMk/>
          <pc:sldMk cId="3381668224" sldId="270"/>
        </pc:sldMkLst>
        <pc:spChg chg="mod">
          <ac:chgData name="Larroya, Gonzalo" userId="S::gl4003@hw.ac.uk::b1a277e7-ac6c-417f-a9be-18ebd6f43d38" providerId="AD" clId="Web-{E8C23431-BAB3-F338-B5CE-1AA0B7E4500E}" dt="2025-10-01T11:42:15.934" v="164" actId="20577"/>
          <ac:spMkLst>
            <pc:docMk/>
            <pc:sldMk cId="3381668224" sldId="270"/>
            <ac:spMk id="3" creationId="{81360F91-55B6-DD2E-7DD9-3CE0D5FB7A95}"/>
          </ac:spMkLst>
        </pc:spChg>
      </pc:sldChg>
    </pc:docChg>
  </pc:docChgLst>
  <pc:docChgLst>
    <pc:chgData name="Nthiwa, Mercy" userId="S::mmn4000@hw.ac.uk::a0decf84-4928-4cbe-a303-41f34db7d9be" providerId="AD" clId="Web-{2E3E7EB9-0A5B-9C29-F503-8F2174BC8F6E}"/>
    <pc:docChg chg="addSld modSld">
      <pc:chgData name="Nthiwa, Mercy" userId="S::mmn4000@hw.ac.uk::a0decf84-4928-4cbe-a303-41f34db7d9be" providerId="AD" clId="Web-{2E3E7EB9-0A5B-9C29-F503-8F2174BC8F6E}" dt="2025-09-25T23:00:13.171" v="55" actId="20577"/>
      <pc:docMkLst>
        <pc:docMk/>
      </pc:docMkLst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75099-B3AD-44D7-919B-BCB6DC3E7F21}" type="datetimeFigureOut">
              <a:rPr lang="en-US" dirty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2022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BF121-2723-4D35-ADA9-215CD054C4BC}" type="datetimeFigureOut">
              <a:rPr lang="en-US" dirty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8732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F54BA-4BC6-480F-839C-951A49B248A9}" type="datetimeFigureOut">
              <a:rPr lang="en-US" dirty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8168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5304417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28684"/>
            <a:ext cx="5219700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D0EA-4726-4440-BF9D-E88296FC3068}" type="datetimeFigureOut">
              <a:rPr lang="en-US" dirty="0"/>
              <a:t>10/1/2025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0467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87" y="929148"/>
            <a:ext cx="10640005" cy="7615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5282192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AD10D-99D1-46B2-A85A-C16850FCF8CF}" type="datetimeFigureOut">
              <a:rPr lang="en-US" dirty="0"/>
              <a:t>10/1/2025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875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67E51-34D6-4E3D-8F41-CC63EA446EDD}" type="datetimeFigureOut">
              <a:rPr lang="en-US" dirty="0"/>
              <a:t>10/1/2025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351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9E550-CE3F-497F-B953-7DE0932F91C0}" type="datetimeFigureOut">
              <a:rPr lang="en-US" dirty="0"/>
              <a:t>10/1/2025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036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781665"/>
            <a:ext cx="4093599" cy="12234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8258" y="2315497"/>
            <a:ext cx="4093599" cy="35534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A0BF4-BAA0-4539-95F2-9C4277F97478}" type="datetimeFigureOut">
              <a:rPr lang="en-US" dirty="0"/>
              <a:t>10/1/2025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8325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42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9884E-D945-496C-84BE-49C61F78F9EC}" type="datetimeFigureOut">
              <a:rPr lang="en-US" dirty="0"/>
              <a:t>10/1/2025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5453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115DA-6CBC-4AEF-A85F-371C66916CF8}" type="datetimeFigureOut">
              <a:rPr lang="en-US" dirty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4113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973"/>
            <a:ext cx="8404122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007E4-95E8-4ABC-B20B-51235318A487}" type="datetimeFigureOut">
              <a:rPr lang="en-US" dirty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4559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CD438618-DEE5-47CF-A8B2-A9E090D503CD}" type="datetimeFigureOut">
              <a:rPr lang="en-US" dirty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9568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672">
          <p15:clr>
            <a:srgbClr val="F26B43"/>
          </p15:clr>
        </p15:guide>
        <p15:guide id="4" orient="horz" pos="912">
          <p15:clr>
            <a:srgbClr val="F26B43"/>
          </p15:clr>
        </p15:guide>
        <p15:guide id="5" pos="7176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3864">
          <p15:clr>
            <a:srgbClr val="F26B43"/>
          </p15:clr>
        </p15:guide>
        <p15:guide id="8" orient="horz" pos="4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compbiomed.2019.103545" TargetMode="External"/><Relationship Id="rId2" Type="http://schemas.openxmlformats.org/officeDocument/2006/relationships/hyperlink" Target="https://doi.org/10.3390/cancers16010108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1007/s11042-025-20951-7" TargetMode="External"/><Relationship Id="rId4" Type="http://schemas.openxmlformats.org/officeDocument/2006/relationships/hyperlink" Target="https://doi.org/10.3389/fsurg.2022.1029991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sciencedirect.com/science/article/pii/S0010482519304019?via%3Dihub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.repsona.com/p/gantt/da644607-3f45-4729-950f-f229cb751c10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B61B16-422C-CF34-9274-143A666F5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42873-902A-4897-990B-F99C9CAEF29E}" type="datetime1"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5C39BB-75AC-FD3E-50D0-9DA39F8E5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6A937-CFAD-1C2D-716D-6A6D21A57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46A399-C0CA-FDDE-F3F4-9E60EA971B8D}"/>
              </a:ext>
            </a:extLst>
          </p:cNvPr>
          <p:cNvSpPr txBox="1"/>
          <p:nvPr/>
        </p:nvSpPr>
        <p:spPr>
          <a:xfrm>
            <a:off x="2131847" y="1856828"/>
            <a:ext cx="7924799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600">
                <a:solidFill>
                  <a:schemeClr val="bg1"/>
                </a:solidFill>
                <a:latin typeface="Cambria"/>
                <a:ea typeface="Cambria"/>
                <a:cs typeface="Segoe UI"/>
              </a:rPr>
              <a:t>Multiclass skin lesion classification using</a:t>
            </a:r>
            <a:endParaRPr lang="en-US">
              <a:solidFill>
                <a:schemeClr val="bg1"/>
              </a:solidFill>
            </a:endParaRPr>
          </a:p>
          <a:p>
            <a:r>
              <a:rPr lang="en-US" sz="6600">
                <a:solidFill>
                  <a:schemeClr val="bg1"/>
                </a:solidFill>
                <a:latin typeface="Cambria"/>
                <a:ea typeface="Cambria"/>
                <a:cs typeface="Segoe UI"/>
              </a:rPr>
              <a:t>PAD-UFES-20 dataset</a:t>
            </a:r>
            <a:r>
              <a:rPr lang="en-US" sz="6600">
                <a:solidFill>
                  <a:schemeClr val="bg1"/>
                </a:solidFill>
                <a:latin typeface="Cambria"/>
                <a:ea typeface="Cambria"/>
              </a:rPr>
              <a:t>​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0468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8C90B-EF0F-5787-BBDF-A00701E81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9487" y="-2048"/>
            <a:ext cx="3470659" cy="660220"/>
          </a:xfrm>
        </p:spPr>
        <p:txBody>
          <a:bodyPr anchor="t">
            <a:normAutofit fontScale="90000"/>
          </a:bodyPr>
          <a:lstStyle/>
          <a:p>
            <a:pPr>
              <a:spcBef>
                <a:spcPts val="0"/>
              </a:spcBef>
            </a:pPr>
            <a:r>
              <a:rPr lang="en-GB"/>
              <a:t>Introduction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BF1B5-98C6-9737-55FC-631E55C8C6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6286" y="1759400"/>
            <a:ext cx="6110207" cy="335042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GB" sz="1600" b="1">
                <a:latin typeface="Aptos Display"/>
              </a:rPr>
              <a:t>Motivation:</a:t>
            </a:r>
          </a:p>
          <a:p>
            <a:pPr>
              <a:lnSpc>
                <a:spcPct val="100000"/>
              </a:lnSpc>
            </a:pPr>
            <a:r>
              <a:rPr lang="en-GB" sz="1600">
                <a:latin typeface="Aptos Display"/>
              </a:rPr>
              <a:t>Skin cancer is common; 1 in 3 cancers (WHO, 2017)</a:t>
            </a:r>
          </a:p>
          <a:p>
            <a:pPr>
              <a:lnSpc>
                <a:spcPct val="100000"/>
              </a:lnSpc>
            </a:pPr>
            <a:r>
              <a:rPr lang="en-GB" sz="1600">
                <a:latin typeface="Aptos Display"/>
              </a:rPr>
              <a:t>Low-resource settings, smartphones + AI can reduce delays</a:t>
            </a:r>
          </a:p>
          <a:p>
            <a:pPr marL="0" indent="0">
              <a:lnSpc>
                <a:spcPct val="100000"/>
              </a:lnSpc>
              <a:buNone/>
            </a:pPr>
            <a:endParaRPr lang="en-GB" sz="1600">
              <a:latin typeface="Aptos Display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GB" sz="1600" b="1">
                <a:latin typeface="Aptos Display"/>
                <a:ea typeface="+mn-lt"/>
                <a:cs typeface="+mn-lt"/>
              </a:rPr>
              <a:t>Downstream task</a:t>
            </a:r>
          </a:p>
          <a:p>
            <a:r>
              <a:rPr lang="en-GB" sz="1600">
                <a:latin typeface="Aptos Display"/>
                <a:ea typeface="+mn-lt"/>
                <a:cs typeface="+mn-lt"/>
              </a:rPr>
              <a:t>Develop models to classify skin lesions into 6 categories </a:t>
            </a:r>
          </a:p>
          <a:p>
            <a:r>
              <a:rPr lang="en-GB" sz="1600">
                <a:latin typeface="Aptos Display"/>
                <a:ea typeface="+mn-lt"/>
                <a:cs typeface="+mn-lt"/>
              </a:rPr>
              <a:t>Compare traditional ML vs. deep learning</a:t>
            </a:r>
          </a:p>
          <a:p>
            <a:r>
              <a:rPr lang="en-GB" sz="1600">
                <a:latin typeface="Aptos Display"/>
                <a:ea typeface="+mn-lt"/>
                <a:cs typeface="+mn-lt"/>
              </a:rPr>
              <a:t>Explore whether numerical + images improves accuracy vs. image-only</a:t>
            </a:r>
          </a:p>
          <a:p>
            <a:pPr>
              <a:lnSpc>
                <a:spcPct val="100000"/>
              </a:lnSpc>
            </a:pPr>
            <a:endParaRPr lang="en-GB" sz="1600">
              <a:latin typeface="Aptos Display"/>
            </a:endParaRPr>
          </a:p>
        </p:txBody>
      </p:sp>
      <p:pic>
        <p:nvPicPr>
          <p:cNvPr id="4" name="Picture 3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6DE97A36-CCB4-920E-9E31-2D0FB7D7F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5400" y="1758725"/>
            <a:ext cx="5219700" cy="3340607"/>
          </a:xfrm>
          <a:prstGeom prst="rect">
            <a:avLst/>
          </a:prstGeom>
          <a:noFill/>
        </p:spPr>
      </p:pic>
      <p:sp>
        <p:nvSpPr>
          <p:cNvPr id="68" name="Date Placeholder 4">
            <a:extLst>
              <a:ext uri="{FF2B5EF4-FFF2-40B4-BE49-F238E27FC236}">
                <a16:creationId xmlns:a16="http://schemas.microsoft.com/office/drawing/2014/main" id="{C995569A-B83B-B171-6DB8-D4B63B371E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9448" y="6356350"/>
            <a:ext cx="259259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24A0764-99D4-480C-AC21-1037908DDDFF}" type="datetime1">
              <a:rPr lang="en-US"/>
              <a:pPr>
                <a:spcAft>
                  <a:spcPts val="600"/>
                </a:spcAft>
              </a:pPr>
              <a:t>10/1/2025</a:t>
            </a:fld>
            <a:endParaRPr lang="en-US"/>
          </a:p>
        </p:txBody>
      </p:sp>
      <p:sp>
        <p:nvSpPr>
          <p:cNvPr id="72" name="Footer Placeholder 5">
            <a:extLst>
              <a:ext uri="{FF2B5EF4-FFF2-40B4-BE49-F238E27FC236}">
                <a16:creationId xmlns:a16="http://schemas.microsoft.com/office/drawing/2014/main" id="{582652E7-AA20-61D7-B6C3-48FD4A46A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78" name="Slide Number Placeholder 6">
            <a:extLst>
              <a:ext uri="{FF2B5EF4-FFF2-40B4-BE49-F238E27FC236}">
                <a16:creationId xmlns:a16="http://schemas.microsoft.com/office/drawing/2014/main" id="{49DC478A-17CB-1506-42F0-2FFF9AD65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E30AF5A0-43BB-4336-8627-9123B9144D80}" type="slidenum">
              <a:rPr lang="en-US" dirty="0"/>
              <a:pPr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007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60F91-55B6-DD2E-7DD9-3CE0D5FB7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285" y="1073926"/>
            <a:ext cx="11358015" cy="5026738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b="1">
                <a:latin typeface="Aptos Display"/>
                <a:ea typeface="+mn-lt"/>
                <a:cs typeface="+mn-lt"/>
              </a:rPr>
              <a:t>Research Objectives:</a:t>
            </a:r>
          </a:p>
          <a:p>
            <a:pPr marL="342900" indent="-342900"/>
            <a:r>
              <a:rPr lang="en-US" sz="2100">
                <a:latin typeface="Aptos Display"/>
                <a:ea typeface="+mn-lt"/>
                <a:cs typeface="+mn-lt"/>
              </a:rPr>
              <a:t>Develop</a:t>
            </a:r>
            <a:r>
              <a:rPr lang="en-US" sz="2100">
                <a:latin typeface="Aptos Display"/>
              </a:rPr>
              <a:t> machine learning models for skin lesion classification using the PAD-UFES-20 dataset</a:t>
            </a:r>
            <a:endParaRPr lang="en-US"/>
          </a:p>
          <a:p>
            <a:pPr marL="0" indent="0">
              <a:buNone/>
            </a:pPr>
            <a:endParaRPr lang="en-US" b="1">
              <a:latin typeface="Aptos Display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>
                <a:latin typeface="Aptos Display"/>
                <a:ea typeface="+mn-lt"/>
                <a:cs typeface="+mn-lt"/>
              </a:rPr>
              <a:t>Research Questions:</a:t>
            </a:r>
            <a:endParaRPr lang="en-US" b="1">
              <a:latin typeface="Aptos Display"/>
            </a:endParaRPr>
          </a:p>
          <a:p>
            <a:pPr marL="457200" indent="-457200"/>
            <a:r>
              <a:rPr lang="en-US">
                <a:latin typeface="Aptos Display"/>
              </a:rPr>
              <a:t>How does the performance change when comparing multiclass classification to binary classification (cancerous / non-cancerous)?</a:t>
            </a:r>
          </a:p>
          <a:p>
            <a:pPr marL="457200" indent="-457200"/>
            <a:r>
              <a:rPr lang="en-US" sz="2100">
                <a:latin typeface="Aptos Display"/>
              </a:rPr>
              <a:t>How does the performance of traditional models compare with deep learning approaches for skin lesion classification?</a:t>
            </a:r>
            <a:endParaRPr lang="en-US">
              <a:latin typeface="Aptos Display"/>
            </a:endParaRPr>
          </a:p>
          <a:p>
            <a:pPr marL="0" indent="0">
              <a:buNone/>
            </a:pPr>
            <a:endParaRPr lang="en-US" sz="2100">
              <a:latin typeface="Aptos Display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>
                <a:latin typeface="Aptos Display"/>
                <a:ea typeface="+mn-lt"/>
                <a:cs typeface="+mn-lt"/>
              </a:rPr>
              <a:t>Hypotheses:</a:t>
            </a:r>
          </a:p>
          <a:p>
            <a:pPr marL="457200" indent="-457200"/>
            <a:r>
              <a:rPr lang="en-US">
                <a:latin typeface="Aptos Display"/>
                <a:ea typeface="+mn-lt"/>
                <a:cs typeface="+mn-lt"/>
              </a:rPr>
              <a:t>CNN models trained on smartphone images can achieve competitive performance in classifying skin lesions.</a:t>
            </a:r>
            <a:endParaRPr lang="en-US">
              <a:latin typeface="Aptos Display"/>
            </a:endParaRPr>
          </a:p>
          <a:p>
            <a:pPr marL="457200" indent="-457200"/>
            <a:endParaRPr lang="en-US">
              <a:latin typeface="Aptos Display"/>
              <a:ea typeface="+mn-lt"/>
              <a:cs typeface="+mn-lt"/>
            </a:endParaRPr>
          </a:p>
          <a:p>
            <a:pPr>
              <a:buNone/>
            </a:pPr>
            <a:r>
              <a:rPr lang="en-US" sz="2100" b="1">
                <a:latin typeface="Aptos Display"/>
                <a:ea typeface="+mn-lt"/>
                <a:cs typeface="+mn-lt"/>
              </a:rPr>
              <a:t>Literature Review:</a:t>
            </a:r>
            <a:endParaRPr lang="en-US" sz="2100">
              <a:latin typeface="Aptos Display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700" i="1">
                <a:latin typeface="Aptos Display"/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SkinLesNet:Classification of Skin Lesions and Detection of Melanoma Cancer</a:t>
            </a:r>
            <a:endParaRPr lang="en-US" sz="1700" i="1">
              <a:latin typeface="Aptos Display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700" i="1">
                <a:latin typeface="Aptos Display"/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impact of patient clinical information on automated skin cancer detection</a:t>
            </a:r>
            <a:endParaRPr lang="en-US" sz="1700" i="1">
              <a:latin typeface="Aptos Display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700" i="1">
                <a:latin typeface="Aptos Display"/>
                <a:ea typeface="+mn-lt"/>
                <a:cs typeface="+mn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Multimodal deep learning</a:t>
            </a:r>
            <a:r>
              <a:rPr lang="en-US" sz="1700" i="1">
                <a:latin typeface="Aptos Display"/>
                <a:ea typeface="+mn-lt"/>
                <a:cs typeface="+mn-lt"/>
              </a:rPr>
              <a:t> </a:t>
            </a:r>
          </a:p>
          <a:p>
            <a:pPr marL="0" indent="0">
              <a:buNone/>
            </a:pPr>
            <a:r>
              <a:rPr lang="en-US" sz="1700" i="1">
                <a:latin typeface="Aptos Display"/>
                <a:ea typeface="+mn-lt"/>
                <a:cs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Hybrid Multi-Modal Approach</a:t>
            </a:r>
            <a:endParaRPr lang="en-US" sz="1700" i="1">
              <a:latin typeface="Aptos Display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D9EAD0-91C4-8908-27FF-C45778A33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5BB94-026B-46D6-B429-B4B8D43E4342}" type="datetime1">
              <a:t>10/1/2025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5D2A45-C5D2-6BCA-494D-2AA65363F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B3A5D8-1C78-E8EF-F7E1-38F332315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3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28364A6-A776-0F34-7EA7-B7EC6EC40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9487" y="-2048"/>
            <a:ext cx="3470659" cy="660220"/>
          </a:xfrm>
        </p:spPr>
        <p:txBody>
          <a:bodyPr anchor="t">
            <a:normAutofit fontScale="90000"/>
          </a:bodyPr>
          <a:lstStyle/>
          <a:p>
            <a:pPr>
              <a:spcBef>
                <a:spcPts val="0"/>
              </a:spcBef>
            </a:pPr>
            <a:r>
              <a:rPr lang="en-GB"/>
              <a:t>Background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668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DA6FC-9876-F53F-A09C-D31D93F89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7835" y="2441"/>
            <a:ext cx="4800217" cy="745665"/>
          </a:xfrm>
        </p:spPr>
        <p:txBody>
          <a:bodyPr/>
          <a:lstStyle/>
          <a:p>
            <a:r>
              <a:rPr lang="en-US">
                <a:latin typeface="Aptos Display"/>
              </a:rPr>
              <a:t>Dataset OVERVIEW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6539FB8-F154-E255-BA4A-390BFEDD0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396" y="1147367"/>
            <a:ext cx="5763719" cy="455736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GB" sz="1600" b="1">
                <a:latin typeface="Aptos Display"/>
              </a:rPr>
              <a:t>Why data set:</a:t>
            </a:r>
            <a:endParaRPr lang="en-US" sz="1600">
              <a:latin typeface="Aptos Display"/>
            </a:endParaRPr>
          </a:p>
          <a:p>
            <a:pPr>
              <a:lnSpc>
                <a:spcPct val="100000"/>
              </a:lnSpc>
            </a:pPr>
            <a:r>
              <a:rPr lang="en-GB" sz="1600">
                <a:latin typeface="Aptos Display"/>
                <a:ea typeface="+mn-lt"/>
                <a:cs typeface="+mn-lt"/>
              </a:rPr>
              <a:t>Multimodal </a:t>
            </a:r>
            <a:r>
              <a:rPr lang="en-GB" sz="1600">
                <a:latin typeface="Aptos Display"/>
              </a:rPr>
              <a:t>(image &amp; numerical) and realistic dataset</a:t>
            </a:r>
            <a:endParaRPr lang="en-US" sz="1600">
              <a:latin typeface="Aptos Display"/>
            </a:endParaRPr>
          </a:p>
          <a:p>
            <a:pPr>
              <a:lnSpc>
                <a:spcPct val="100000"/>
              </a:lnSpc>
            </a:pPr>
            <a:r>
              <a:rPr lang="en-GB" sz="1600">
                <a:latin typeface="Aptos Display"/>
              </a:rPr>
              <a:t>Prior research</a:t>
            </a:r>
            <a:endParaRPr lang="en-GB">
              <a:latin typeface="Calisto MT" panose="02040603050505030304"/>
            </a:endParaRP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GB" sz="1200">
                <a:latin typeface="Aptos Display"/>
                <a:hlinkClick r:id="rId2"/>
              </a:rPr>
              <a:t>Pacheco &amp; Krohling (2020)</a:t>
            </a:r>
            <a:endParaRPr lang="en-GB">
              <a:latin typeface="Calisto MT" panose="02040603050505030304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GB" sz="1600" b="1">
                <a:latin typeface="Aptos Display"/>
              </a:rPr>
              <a:t>Dataset Description:</a:t>
            </a:r>
          </a:p>
          <a:p>
            <a:pPr>
              <a:lnSpc>
                <a:spcPct val="100000"/>
              </a:lnSpc>
            </a:pPr>
            <a:r>
              <a:rPr lang="en-GB" sz="1600">
                <a:latin typeface="Aptos Display"/>
              </a:rPr>
              <a:t>6 classes: </a:t>
            </a:r>
            <a:r>
              <a:rPr lang="en-GB" sz="1600" i="1">
                <a:latin typeface="Aptos Display"/>
              </a:rPr>
              <a:t>ACK</a:t>
            </a:r>
            <a:r>
              <a:rPr lang="en-GB" sz="1600">
                <a:latin typeface="Aptos Display"/>
              </a:rPr>
              <a:t>, </a:t>
            </a:r>
            <a:r>
              <a:rPr lang="en-GB" sz="1600" i="1">
                <a:latin typeface="Aptos Display"/>
              </a:rPr>
              <a:t>BCC</a:t>
            </a:r>
            <a:r>
              <a:rPr lang="en-GB" sz="1600">
                <a:latin typeface="Aptos Display"/>
              </a:rPr>
              <a:t>, </a:t>
            </a:r>
            <a:r>
              <a:rPr lang="en-GB" sz="1600" i="1">
                <a:latin typeface="Aptos Display"/>
              </a:rPr>
              <a:t>MEL</a:t>
            </a:r>
            <a:r>
              <a:rPr lang="en-GB" sz="1600">
                <a:latin typeface="Aptos Display"/>
              </a:rPr>
              <a:t>, </a:t>
            </a:r>
            <a:r>
              <a:rPr lang="en-GB" sz="1600" i="1">
                <a:latin typeface="Aptos Display"/>
              </a:rPr>
              <a:t>NEV</a:t>
            </a:r>
            <a:r>
              <a:rPr lang="en-GB" sz="1600">
                <a:latin typeface="Aptos Display"/>
              </a:rPr>
              <a:t>, </a:t>
            </a:r>
            <a:r>
              <a:rPr lang="en-GB" sz="1600" i="1">
                <a:latin typeface="Aptos Display"/>
              </a:rPr>
              <a:t>SEK</a:t>
            </a:r>
            <a:r>
              <a:rPr lang="en-GB" sz="1600">
                <a:latin typeface="Aptos Display"/>
              </a:rPr>
              <a:t>, </a:t>
            </a:r>
            <a:r>
              <a:rPr lang="en-GB" sz="1600" i="1">
                <a:latin typeface="Aptos Display"/>
              </a:rPr>
              <a:t>SCC</a:t>
            </a:r>
            <a:endParaRPr lang="en-US" sz="1600" i="1">
              <a:latin typeface="Aptos Display"/>
            </a:endParaRPr>
          </a:p>
          <a:p>
            <a:pPr>
              <a:lnSpc>
                <a:spcPct val="100000"/>
              </a:lnSpc>
            </a:pPr>
            <a:r>
              <a:rPr lang="en-GB" sz="1600">
                <a:latin typeface="Aptos Display"/>
              </a:rPr>
              <a:t>2,298 </a:t>
            </a:r>
            <a:r>
              <a:rPr lang="en-GB" sz="1600" err="1">
                <a:latin typeface="Aptos Display"/>
              </a:rPr>
              <a:t>dermoscopic</a:t>
            </a:r>
            <a:r>
              <a:rPr lang="en-GB" sz="1600">
                <a:latin typeface="Aptos Display"/>
              </a:rPr>
              <a:t> images from 1,373 patients</a:t>
            </a:r>
            <a:endParaRPr lang="en-US" sz="1600">
              <a:latin typeface="Aptos Display"/>
            </a:endParaRPr>
          </a:p>
          <a:p>
            <a:pPr>
              <a:lnSpc>
                <a:spcPct val="100000"/>
              </a:lnSpc>
            </a:pPr>
            <a:r>
              <a:rPr lang="en-GB" sz="1600">
                <a:latin typeface="Aptos Display"/>
              </a:rPr>
              <a:t>Includes up to 26 clinical numerical features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GB" sz="1400">
                <a:latin typeface="Aptos Display"/>
              </a:rPr>
              <a:t> (age, sex, skin type, lesion site, diameter)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1600" b="1">
                <a:latin typeface="Aptos Display"/>
              </a:rPr>
              <a:t>Ethics &amp; License:</a:t>
            </a:r>
            <a:endParaRPr lang="en-US" sz="1600" b="1">
              <a:latin typeface="Aptos Display"/>
            </a:endParaRPr>
          </a:p>
          <a:p>
            <a:pPr>
              <a:lnSpc>
                <a:spcPct val="100000"/>
              </a:lnSpc>
            </a:pPr>
            <a:r>
              <a:rPr lang="en-GB" sz="1600">
                <a:latin typeface="Aptos Display"/>
              </a:rPr>
              <a:t>Approved by UFES ethics committee &amp; Plataforma </a:t>
            </a:r>
            <a:r>
              <a:rPr lang="en-GB" sz="1600" err="1">
                <a:latin typeface="Aptos Display"/>
              </a:rPr>
              <a:t>Brasil</a:t>
            </a:r>
            <a:endParaRPr lang="en-US" sz="1600" err="1">
              <a:latin typeface="Aptos Display"/>
            </a:endParaRPr>
          </a:p>
          <a:p>
            <a:pPr>
              <a:lnSpc>
                <a:spcPct val="100000"/>
              </a:lnSpc>
            </a:pPr>
            <a:r>
              <a:rPr lang="en-GB" sz="1600">
                <a:latin typeface="Aptos Display"/>
              </a:rPr>
              <a:t>Patients consented; anonymised data</a:t>
            </a:r>
            <a:endParaRPr lang="en-US" sz="1600">
              <a:latin typeface="Aptos Display"/>
            </a:endParaRPr>
          </a:p>
          <a:p>
            <a:pPr>
              <a:lnSpc>
                <a:spcPct val="100000"/>
              </a:lnSpc>
            </a:pPr>
            <a:r>
              <a:rPr lang="en-GB" sz="1600">
                <a:latin typeface="Aptos Display"/>
              </a:rPr>
              <a:t>Publicly available on Mendeley Data under CC BY 4.0 license</a:t>
            </a:r>
            <a:endParaRPr lang="en-US" sz="1600">
              <a:latin typeface="Aptos Display"/>
            </a:endParaRPr>
          </a:p>
          <a:p>
            <a:pPr>
              <a:lnSpc>
                <a:spcPct val="100000"/>
              </a:lnSpc>
            </a:pPr>
            <a:endParaRPr lang="en-GB" sz="1600">
              <a:latin typeface="Aptos Display"/>
            </a:endParaRPr>
          </a:p>
          <a:p>
            <a:pPr>
              <a:lnSpc>
                <a:spcPct val="100000"/>
              </a:lnSpc>
            </a:pPr>
            <a:endParaRPr lang="en-GB" sz="1600">
              <a:latin typeface="Aptos Display"/>
            </a:endParaRPr>
          </a:p>
          <a:p>
            <a:pPr>
              <a:lnSpc>
                <a:spcPct val="100000"/>
              </a:lnSpc>
            </a:pPr>
            <a:endParaRPr lang="en-GB" sz="1600">
              <a:latin typeface="Aptos Display"/>
            </a:endParaRPr>
          </a:p>
          <a:p>
            <a:pPr>
              <a:lnSpc>
                <a:spcPct val="100000"/>
              </a:lnSpc>
            </a:pPr>
            <a:endParaRPr lang="en-GB" sz="1600">
              <a:latin typeface="Aptos Display"/>
            </a:endParaRPr>
          </a:p>
          <a:p>
            <a:pPr>
              <a:lnSpc>
                <a:spcPct val="100000"/>
              </a:lnSpc>
            </a:pPr>
            <a:endParaRPr lang="en-GB" sz="1600">
              <a:latin typeface="Aptos Display"/>
            </a:endParaRPr>
          </a:p>
          <a:p>
            <a:pPr>
              <a:lnSpc>
                <a:spcPct val="100000"/>
              </a:lnSpc>
            </a:pPr>
            <a:endParaRPr lang="en-GB" sz="1600">
              <a:latin typeface="Aptos Display"/>
            </a:endParaRPr>
          </a:p>
          <a:p>
            <a:pPr>
              <a:lnSpc>
                <a:spcPct val="100000"/>
              </a:lnSpc>
            </a:pPr>
            <a:endParaRPr lang="en-GB" sz="1600">
              <a:latin typeface="Aptos Display"/>
            </a:endParaRPr>
          </a:p>
          <a:p>
            <a:pPr marL="0" indent="0">
              <a:lnSpc>
                <a:spcPct val="100000"/>
              </a:lnSpc>
              <a:buNone/>
            </a:pPr>
            <a:endParaRPr lang="en-GB" sz="1600">
              <a:latin typeface="Aptos Display"/>
            </a:endParaRPr>
          </a:p>
          <a:p>
            <a:pPr>
              <a:lnSpc>
                <a:spcPct val="100000"/>
              </a:lnSpc>
            </a:pPr>
            <a:endParaRPr lang="en-GB" sz="1600">
              <a:latin typeface="Aptos Display"/>
            </a:endParaRPr>
          </a:p>
        </p:txBody>
      </p:sp>
      <p:pic>
        <p:nvPicPr>
          <p:cNvPr id="7" name="Picture 6" descr="A graph of blue bars&#10;&#10;AI-generated content may be incorrect.">
            <a:extLst>
              <a:ext uri="{FF2B5EF4-FFF2-40B4-BE49-F238E27FC236}">
                <a16:creationId xmlns:a16="http://schemas.microsoft.com/office/drawing/2014/main" id="{6518D3D4-411B-B031-DA4F-312AADBE6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5974" y="1742059"/>
            <a:ext cx="4717941" cy="3368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833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4DAAC-DF36-B529-2A74-7EF23470C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2594" y="2441"/>
            <a:ext cx="7827197" cy="672093"/>
          </a:xfrm>
        </p:spPr>
        <p:txBody>
          <a:bodyPr>
            <a:normAutofit fontScale="90000"/>
          </a:bodyPr>
          <a:lstStyle/>
          <a:p>
            <a:r>
              <a:rPr lang="en-US"/>
              <a:t>Project plan &amp; Work distribution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D4D4832-D08A-8970-E307-4A245C417E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3425" y="1715666"/>
            <a:ext cx="12209130" cy="37808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AD6AA13-1082-15EC-9BA1-50E2156439D4}"/>
              </a:ext>
            </a:extLst>
          </p:cNvPr>
          <p:cNvSpPr txBox="1"/>
          <p:nvPr/>
        </p:nvSpPr>
        <p:spPr>
          <a:xfrm>
            <a:off x="5231517" y="5775952"/>
            <a:ext cx="17272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i="1" u="sng">
                <a:solidFill>
                  <a:srgbClr val="467886"/>
                </a:solidFill>
                <a:latin typeface="Aptos Display"/>
                <a:cs typeface="Segoe UI"/>
                <a:hlinkClick r:id="rId3"/>
              </a:rPr>
              <a:t>Gantt Chart</a:t>
            </a:r>
            <a:endParaRPr lang="en-US" sz="2000" i="1"/>
          </a:p>
        </p:txBody>
      </p:sp>
    </p:spTree>
    <p:extLst>
      <p:ext uri="{BB962C8B-B14F-4D97-AF65-F5344CB8AC3E}">
        <p14:creationId xmlns:p14="http://schemas.microsoft.com/office/powerpoint/2010/main" val="3833799027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VTI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ChronicleVTI">
      <a:majorFont>
        <a:latin typeface="Univers Condensed"/>
        <a:ea typeface=""/>
        <a:cs typeface=""/>
      </a:majorFont>
      <a:minorFont>
        <a:latin typeface="Calisto MT" panose="02040603050505030304"/>
        <a:ea typeface=""/>
        <a:cs typeface=""/>
      </a:minorFont>
    </a:fontScheme>
    <a:fmtScheme name="Chronicl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34FD3B1-53CD-4A5C-943C-C44DFF248C3E}" vid="{19A790DA-2E4D-4134-98A6-7DECB1A1B842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5B866551A534A4E830A86E9127A5452" ma:contentTypeVersion="3" ma:contentTypeDescription="Create a new document." ma:contentTypeScope="" ma:versionID="51b2c355de0f9584144860c8e5c3b031">
  <xsd:schema xmlns:xsd="http://www.w3.org/2001/XMLSchema" xmlns:xs="http://www.w3.org/2001/XMLSchema" xmlns:p="http://schemas.microsoft.com/office/2006/metadata/properties" xmlns:ns2="a14d0277-6b3a-479b-bd64-a33a0865d066" targetNamespace="http://schemas.microsoft.com/office/2006/metadata/properties" ma:root="true" ma:fieldsID="fa333d1749c6d86fa66ffa33196836d6" ns2:_="">
    <xsd:import namespace="a14d0277-6b3a-479b-bd64-a33a0865d0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4d0277-6b3a-479b-bd64-a33a0865d0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2527BFC-E684-4741-BB7A-1E716BD8895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06AC428-9E3D-46EF-A89F-B35DB7B98B5D}">
  <ds:schemaRefs>
    <ds:schemaRef ds:uri="a14d0277-6b3a-479b-bd64-a33a0865d06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1DFFA47-8158-455B-9141-63CD12159D3B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ChronicleVTI</vt:lpstr>
      <vt:lpstr>PowerPoint Presentation</vt:lpstr>
      <vt:lpstr>Introduction</vt:lpstr>
      <vt:lpstr>Background</vt:lpstr>
      <vt:lpstr>Dataset OVERVIEW</vt:lpstr>
      <vt:lpstr>Project plan &amp; Work distribution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2025-09-24T10:46:01Z</dcterms:created>
  <dcterms:modified xsi:type="dcterms:W3CDTF">2025-10-01T12:09:32Z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0x01010005B866551A534A4E830A86E9127A5452</vt:lpwstr>
  </property>
</Properties>
</file>